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Calibri"/>
              </a:defRPr>
            </a:pPr>
            <a:r>
              <a:t>ShopEazy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94A3B8"/>
                </a:solidFill>
                <a:latin typeface="Calibri"/>
              </a:defRPr>
            </a:pPr>
            <a:r>
              <a:t>Plateforme e-commerce pour l'Afrique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371600" y="3200400"/>
            <a:ext cx="27432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371600" y="3566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1D5DB"/>
                </a:solidFill>
                <a:latin typeface="Calibri"/>
              </a:defRPr>
            </a:pPr>
            <a:r>
              <a:t>Créez, personnalisez et gérez votre boutique en ligne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37160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59669"/>
                </a:solidFill>
                <a:latin typeface="Calibri"/>
              </a:defRPr>
            </a:pPr>
            <a:r>
              <a:t>sans carte bancaire • sans codage • en 5 minutes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Présentation de la plateforme — Fonctionnalités &amp; Prise en main</a:t>
            </a:r>
          </a:p>
        </p:txBody>
      </p:sp>
      <p:sp>
        <p:nvSpPr>
          <p:cNvPr id="107" name="Oval 106"/>
          <p:cNvSpPr/>
          <p:nvPr/>
        </p:nvSpPr>
        <p:spPr>
          <a:xfrm>
            <a:off x="10515600" y="914400"/>
            <a:ext cx="1097280" cy="1097280"/>
          </a:xfrm>
          <a:prstGeom prst="ellipse">
            <a:avLst/>
          </a:prstGeom>
          <a:solidFill>
            <a:srgbClr val="059669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155680" y="2286000"/>
            <a:ext cx="731520" cy="731520"/>
          </a:xfrm>
          <a:prstGeom prst="ellipse">
            <a:avLst/>
          </a:prstGeom>
          <a:solidFill>
            <a:srgbClr val="34D399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9875520" y="3657600"/>
            <a:ext cx="457200" cy="457200"/>
          </a:xfrm>
          <a:prstGeom prst="ellipse">
            <a:avLst/>
          </a:prstGeom>
          <a:solidFill>
            <a:srgbClr val="6EE7B7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0" nextAc="seek">
              <p:cTn id="1" dur="800" fill="hold">
                <p:stCondLst>
                  <p:cond delay="0"/>
                </p:stCondLst>
                <p:childTnLst>
                  <p:animEffect transition="in" filter="zoomIn">
                    <p:cBhvr>
                      <p:cTn id="101" dur="800" fill="hold">
                        <p:stCondLst>
                          <p:cond delay="0"/>
                        </p:stCondLst>
                      </p:cTn>
                      <p:tgtEl>
                        <p:spTgt spid="3"/>
                      </p:tgtEl>
                    </p:cBhvr>
                  </p:animEffect>
                </p:childTnLst>
              </p:cTn>
              <p:cTn id="2" dur="500" fill="hold">
                <p:stCondLst>
                  <p:cond delay="400"/>
                </p:stCondLst>
                <p:childTnLst>
                  <p:animEffect transition="in" filter="flyInLeft">
                    <p:cBhvr>
                      <p:cTn id="102" dur="500" fill="hold">
                        <p:stCondLst>
                          <p:cond delay="0"/>
                        </p:stCondLst>
                      </p:cTn>
                      <p:tgtEl>
                        <p:spTgt spid="102"/>
                      </p:tgtEl>
                    </p:cBhvr>
                  </p:animEffect>
                </p:childTnLst>
              </p:cTn>
              <p:cTn id="3" dur="400" fill="hold">
                <p:stCondLst>
                  <p:cond delay="600"/>
                </p:stCondLst>
                <p:childTnLst>
                  <p:animEffect transition="in" filter="fade">
                    <p:cBhvr>
                      <p:cTn id="103" dur="400" fill="hold">
                        <p:stCondLst>
                          <p:cond delay="0"/>
                        </p:stCondLst>
                      </p:cTn>
                      <p:tgtEl>
                        <p:spTgt spid="103"/>
                      </p:tgtEl>
                    </p:cBhvr>
                  </p:animEffect>
                </p:childTnLst>
              </p:cTn>
              <p:cTn id="4" dur="500" fill="hold">
                <p:stCondLst>
                  <p:cond delay="700"/>
                </p:stCondLst>
                <p:childTnLst>
                  <p:animEffect transition="in" filter="fade">
                    <p:cBhvr>
                      <p:cTn id="104" dur="500" fill="hold">
                        <p:stCondLst>
                          <p:cond delay="0"/>
                        </p:stCondLst>
                      </p:cTn>
                      <p:tgtEl>
                        <p:spTgt spid="104"/>
                      </p:tgtEl>
                    </p:cBhvr>
                  </p:animEffect>
                </p:childTnLst>
              </p:cTn>
              <p:cTn id="5" dur="500" fill="hold">
                <p:stCondLst>
                  <p:cond delay="900"/>
                </p:stCondLst>
                <p:childTnLst>
                  <p:animEffect transition="in" filter="flyInBottom">
                    <p:cBhvr>
                      <p:cTn id="105" dur="500" fill="hold">
                        <p:stCondLst>
                          <p:cond delay="0"/>
                        </p:stCondLst>
                      </p:cTn>
                      <p:tgtEl>
                        <p:spTgt spid="105"/>
                      </p:tgtEl>
                    </p:cBhvr>
                  </p:animEffect>
                </p:childTnLst>
              </p:cTn>
              <p:cTn id="6" dur="500" fill="hold">
                <p:stCondLst>
                  <p:cond delay="1200"/>
                </p:stCondLst>
                <p:childTnLst>
                  <p:animEffect transition="in" filter="fade">
                    <p:cBhvr>
                      <p:cTn id="106" dur="500" fill="hold">
                        <p:stCondLst>
                          <p:cond delay="0"/>
                        </p:stCondLst>
                      </p:cTn>
                      <p:tgtEl>
                        <p:spTgt spid="106"/>
                      </p:tgtEl>
                    </p:cBhvr>
                  </p:animEffect>
                </p:childTnLst>
              </p:cTn>
              <p:cTn id="7" dur="600" fill="hold">
                <p:stCondLst>
                  <p:cond delay="1300"/>
                </p:stCondLst>
                <p:childTnLst>
                  <p:animEffect transition="in" filter="zoomIn">
                    <p:cBhvr>
                      <p:cTn id="107" dur="600" fill="hold">
                        <p:stCondLst>
                          <p:cond delay="0"/>
                        </p:stCondLst>
                      </p:cTn>
                      <p:tgtEl>
                        <p:spTgt spid="107"/>
                      </p:tgtEl>
                    </p:cBhvr>
                  </p:animEffect>
                </p:childTnLst>
              </p:cTn>
              <p:cTn id="8" dur="600" fill="hold">
                <p:stCondLst>
                  <p:cond delay="1300"/>
                </p:stCondLst>
                <p:childTnLst>
                  <p:animEffect transition="in" filter="zoomIn">
                    <p:cBhvr>
                      <p:cTn id="108" dur="600" fill="hold">
                        <p:stCondLst>
                          <p:cond delay="0"/>
                        </p:stCondLst>
                      </p:cTn>
                      <p:tgtEl>
                        <p:spTgt spid="108"/>
                      </p:tgtEl>
                    </p:cBhvr>
                  </p:animEffect>
                </p:childTnLst>
              </p:cTn>
              <p:cTn id="9" dur="600" fill="hold">
                <p:stCondLst>
                  <p:cond delay="1300"/>
                </p:stCondLst>
                <p:childTnLst>
                  <p:animEffect transition="in" filter="zoomIn">
                    <p:cBhvr>
                      <p:cTn id="109" dur="600" fill="hold">
                        <p:stCondLst>
                          <p:cond delay="0"/>
                        </p:stCondLst>
                      </p:cTn>
                      <p:tgtEl>
                        <p:spTgt spid="109"/>
                      </p:tgtEl>
                    </p:cBhvr>
                  </p:animEffect>
                </p:childTnLst>
              </p:cTn>
            </p:seq>
          </p:childTnLst>
        </p:cTn>
      </p:par>
    </p:tnLst>
  </p:timing>
  <p:transition dur="800ms" type="fade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"/>
              </a:defRPr>
            </a:pPr>
            <a:r>
              <a:t>C'est quoi ShopEazy ?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31520" y="1005840"/>
            <a:ext cx="2286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731520" y="1463040"/>
            <a:ext cx="10698480" cy="77724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14400" y="1554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🎯  Une plateforme clé en main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14400" y="1828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Créez votre boutique en ligne sans aucune compétence technique. Pas de codage, pas d'abonnement, pas de carte bancaire.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31520" y="2423160"/>
            <a:ext cx="10698480" cy="77724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14400" y="2514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🌍  Conçue pour l'Afrique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14400" y="2788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Paiement à la livraison, mobile money (à venir), devise locale (XOF, XAF), interface en français.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731520" y="3383280"/>
            <a:ext cx="10698480" cy="77724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14400" y="3474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🏪  Multi-boutiques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4400" y="3749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Chaque vendeur a son propre sous-domaine (monshop.shopeazy.com), ses produits, ses commandes.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31520" y="4343400"/>
            <a:ext cx="10698480" cy="77724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14400" y="44348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🎨  Entièrement personnalisable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14400" y="4709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Changez les couleurs, les polices, le logo, les sections. Créez l'apparence que vous voulez.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14400" y="53949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📱  Gérez depuis partout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440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Dashboard web + application mobile pour gérer vos produits, commandes et statistiques.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0" nextAc="seek">
              <p:cTn id="10" dur="400" fill="hold">
                <p:stCondLst>
                  <p:cond delay="0"/>
                </p:stCondLst>
                <p:childTnLst>
                  <p:animEffect transition="in" filter="fade">
                    <p:cBhvr>
                      <p:cTn id="110" dur="400" fill="hold">
                        <p:stCondLst>
                          <p:cond delay="0"/>
                        </p:stCondLst>
                      </p:cTn>
                      <p:tgtEl>
                        <p:spTgt spid="3"/>
                      </p:tgtEl>
                    </p:cBhvr>
                  </p:animEffect>
                </p:childTnLst>
              </p:cTn>
              <p:cTn id="11" dur="500" fill="hold">
                <p:stCondLst>
                  <p:cond delay="150"/>
                </p:stCondLst>
                <p:childTnLst>
                  <p:animEffect transition="in" filter="flyInLeft">
                    <p:cBhvr>
                      <p:cTn id="111" dur="500" fill="hold">
                        <p:stCondLst>
                          <p:cond delay="0"/>
                        </p:stCondLst>
                      </p:cTn>
                      <p:tgtEl>
                        <p:spTgt spid="111"/>
                      </p:tgtEl>
                    </p:cBhvr>
                  </p:animEffect>
                </p:childTnLst>
              </p:cTn>
              <p:cTn id="12" dur="400" fill="hold">
                <p:stCondLst>
                  <p:cond delay="400"/>
                </p:stCondLst>
                <p:childTnLst>
                  <p:animEffect transition="in" filter="fade">
                    <p:cBhvr>
                      <p:cTn id="112" dur="400" fill="hold">
                        <p:stCondLst>
                          <p:cond delay="0"/>
                        </p:stCondLst>
                      </p:cTn>
                      <p:tgtEl>
                        <p:spTgt spid="112"/>
                      </p:tgtEl>
                    </p:cBhvr>
                  </p:animEffect>
                </p:childTnLst>
              </p:cTn>
              <p:cTn id="13" dur="500" fill="hold">
                <p:stCondLst>
                  <p:cond delay="300"/>
                </p:stCondLst>
                <p:childTnLst>
                  <p:animEffect transition="in" filter="flyInLeft">
                    <p:cBhvr>
                      <p:cTn id="113" dur="500" fill="hold">
                        <p:stCondLst>
                          <p:cond delay="0"/>
                        </p:stCondLst>
                      </p:cTn>
                      <p:tgtEl>
                        <p:spTgt spid="113"/>
                      </p:tgtEl>
                    </p:cBhvr>
                  </p:animEffect>
                </p:childTnLst>
              </p:cTn>
              <p:cTn id="14" dur="500" fill="hold">
                <p:stCondLst>
                  <p:cond delay="400"/>
                </p:stCondLst>
                <p:childTnLst>
                  <p:animEffect transition="in" filter="fade">
                    <p:cBhvr>
                      <p:cTn id="114" dur="500" fill="hold">
                        <p:stCondLst>
                          <p:cond delay="0"/>
                        </p:stCondLst>
                      </p:cTn>
                      <p:tgtEl>
                        <p:spTgt spid="114"/>
                      </p:tgtEl>
                    </p:cBhvr>
                  </p:animEffect>
                </p:childTnLst>
              </p:cTn>
              <p:cTn id="15" dur="500" fill="hold">
                <p:stCondLst>
                  <p:cond delay="500"/>
                </p:stCondLst>
                <p:childTnLst>
                  <p:animEffect transition="in" filter="fade">
                    <p:cBhvr>
                      <p:cTn id="115" dur="500" fill="hold">
                        <p:stCondLst>
                          <p:cond delay="0"/>
                        </p:stCondLst>
                      </p:cTn>
                      <p:tgtEl>
                        <p:spTgt spid="115"/>
                      </p:tgtEl>
                    </p:cBhvr>
                  </p:animEffect>
                </p:childTnLst>
              </p:cTn>
              <p:cTn id="16" dur="500" fill="hold">
                <p:stCondLst>
                  <p:cond delay="500"/>
                </p:stCondLst>
                <p:childTnLst>
                  <p:animEffect transition="in" filter="flyInLeft">
                    <p:cBhvr>
                      <p:cTn id="116" dur="500" fill="hold">
                        <p:stCondLst>
                          <p:cond delay="0"/>
                        </p:stCondLst>
                      </p:cTn>
                      <p:tgtEl>
                        <p:spTgt spid="116"/>
                      </p:tgtEl>
                    </p:cBhvr>
                  </p:animEffect>
                </p:childTnLst>
              </p:cTn>
              <p:cTn id="17" dur="500" fill="hold">
                <p:stCondLst>
                  <p:cond delay="600"/>
                </p:stCondLst>
                <p:childTnLst>
                  <p:animEffect transition="in" filter="fade">
                    <p:cBhvr>
                      <p:cTn id="117" dur="500" fill="hold">
                        <p:stCondLst>
                          <p:cond delay="0"/>
                        </p:stCondLst>
                      </p:cTn>
                      <p:tgtEl>
                        <p:spTgt spid="117"/>
                      </p:tgtEl>
                    </p:cBhvr>
                  </p:animEffect>
                </p:childTnLst>
              </p:cTn>
              <p:cTn id="18" dur="500" fill="hold">
                <p:stCondLst>
                  <p:cond delay="700"/>
                </p:stCondLst>
                <p:childTnLst>
                  <p:animEffect transition="in" filter="fade">
                    <p:cBhvr>
                      <p:cTn id="118" dur="500" fill="hold">
                        <p:stCondLst>
                          <p:cond delay="0"/>
                        </p:stCondLst>
                      </p:cTn>
                      <p:tgtEl>
                        <p:spTgt spid="118"/>
                      </p:tgtEl>
                    </p:cBhvr>
                  </p:animEffect>
                </p:childTnLst>
              </p:cTn>
              <p:cTn id="19" dur="500" fill="hold">
                <p:stCondLst>
                  <p:cond delay="700"/>
                </p:stCondLst>
                <p:childTnLst>
                  <p:animEffect transition="in" filter="flyInLeft">
                    <p:cBhvr>
                      <p:cTn id="119" dur="500" fill="hold">
                        <p:stCondLst>
                          <p:cond delay="0"/>
                        </p:stCondLst>
                      </p:cTn>
                      <p:tgtEl>
                        <p:spTgt spid="119"/>
                      </p:tgtEl>
                    </p:cBhvr>
                  </p:animEffect>
                </p:childTnLst>
              </p:cTn>
              <p:cTn id="20" dur="500" fill="hold">
                <p:stCondLst>
                  <p:cond delay="800"/>
                </p:stCondLst>
                <p:childTnLst>
                  <p:animEffect transition="in" filter="fade">
                    <p:cBhvr>
                      <p:cTn id="120" dur="500" fill="hold">
                        <p:stCondLst>
                          <p:cond delay="0"/>
                        </p:stCondLst>
                      </p:cTn>
                      <p:tgtEl>
                        <p:spTgt spid="120"/>
                      </p:tgtEl>
                    </p:cBhvr>
                  </p:animEffect>
                </p:childTnLst>
              </p:cTn>
              <p:cTn id="21" dur="500" fill="hold">
                <p:stCondLst>
                  <p:cond delay="900"/>
                </p:stCondLst>
                <p:childTnLst>
                  <p:animEffect transition="in" filter="fade">
                    <p:cBhvr>
                      <p:cTn id="121" dur="500" fill="hold">
                        <p:stCondLst>
                          <p:cond delay="0"/>
                        </p:stCondLst>
                      </p:cTn>
                      <p:tgtEl>
                        <p:spTgt spid="121"/>
                      </p:tgtEl>
                    </p:cBhvr>
                  </p:animEffect>
                </p:childTnLst>
              </p:cTn>
              <p:cTn id="22" dur="500" fill="hold">
                <p:stCondLst>
                  <p:cond delay="900"/>
                </p:stCondLst>
                <p:childTnLst>
                  <p:animEffect transition="in" filter="flyInLeft">
                    <p:cBhvr>
                      <p:cTn id="122" dur="500" fill="hold">
                        <p:stCondLst>
                          <p:cond delay="0"/>
                        </p:stCondLst>
                      </p:cTn>
                      <p:tgtEl>
                        <p:spTgt spid="122"/>
                      </p:tgtEl>
                    </p:cBhvr>
                  </p:animEffect>
                </p:childTnLst>
              </p:cTn>
              <p:cTn id="23" dur="500" fill="hold">
                <p:stCondLst>
                  <p:cond delay="1000"/>
                </p:stCondLst>
                <p:childTnLst>
                  <p:animEffect transition="in" filter="fade">
                    <p:cBhvr>
                      <p:cTn id="123" dur="500" fill="hold">
                        <p:stCondLst>
                          <p:cond delay="0"/>
                        </p:stCondLst>
                      </p:cTn>
                      <p:tgtEl>
                        <p:spTgt spid="123"/>
                      </p:tgtEl>
                    </p:cBhvr>
                  </p:animEffect>
                </p:childTnLst>
              </p:cTn>
              <p:cTn id="24" dur="500" fill="hold">
                <p:stCondLst>
                  <p:cond delay="1100"/>
                </p:stCondLst>
                <p:childTnLst>
                  <p:animEffect transition="in" filter="fade">
                    <p:cBhvr>
                      <p:cTn id="124" dur="500" fill="hold">
                        <p:stCondLst>
                          <p:cond delay="0"/>
                        </p:stCondLst>
                      </p:cTn>
                      <p:tgtEl>
                        <p:spTgt spid="124"/>
                      </p:tgtEl>
                    </p:cBhvr>
                  </p:animEffect>
                </p:childTnLst>
              </p:cTn>
              <p:cTn id="25" dur="500" fill="hold">
                <p:stCondLst>
                  <p:cond delay="1100"/>
                </p:stCondLst>
                <p:childTnLst>
                  <p:animEffect transition="in" filter="flyInLeft">
                    <p:cBhvr>
                      <p:cTn id="125" dur="500" fill="hold">
                        <p:stCondLst>
                          <p:cond delay="0"/>
                        </p:stCondLst>
                      </p:cTn>
                      <p:tgtEl>
                        <p:spTgt spid="125"/>
                      </p:tgtEl>
                    </p:cBhvr>
                  </p:animEffect>
                </p:childTnLst>
              </p:cTn>
              <p:cTn id="26" dur="500" fill="hold">
                <p:stCondLst>
                  <p:cond delay="1200"/>
                </p:stCondLst>
                <p:childTnLst>
                  <p:animEffect transition="in" filter="fade">
                    <p:cBhvr>
                      <p:cTn id="126" dur="500" fill="hold">
                        <p:stCondLst>
                          <p:cond delay="0"/>
                        </p:stCondLst>
                      </p:cTn>
                      <p:tgtEl>
                        <p:spTgt spid="126"/>
                      </p:tgtEl>
                    </p:cBhvr>
                  </p:animEffect>
                </p:childTnLst>
              </p:cTn>
              <p:cTn id="27" dur="500" fill="hold">
                <p:stCondLst>
                  <p:cond delay="1300"/>
                </p:stCondLst>
                <p:childTnLst>
                  <p:animEffect transition="in" filter="fade">
                    <p:cBhvr>
                      <p:cTn id="127" dur="500" fill="hold">
                        <p:stCondLst>
                          <p:cond delay="0"/>
                        </p:stCondLst>
                      </p:cTn>
                      <p:tgtEl>
                        <p:spTgt spid="127"/>
                      </p:tgtEl>
                    </p:cBhvr>
                  </p:animEffect>
                </p:childTnLst>
              </p:cTn>
            </p:seq>
          </p:childTnLst>
        </p:cTn>
      </p:par>
    </p:tnLst>
  </p:timing>
  <p:transition dur="500ms" type="fade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"/>
              </a:defRPr>
            </a:pPr>
            <a:r>
              <a:t>Pourquoi choisir ShopEazy ?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31520" y="1005840"/>
            <a:ext cx="2286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548640" y="1645920"/>
            <a:ext cx="1645920" cy="2560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40080" y="1737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💚  💰  Gratuit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40080" y="2468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Pas d'abonnement</a:t>
            </a:r>
            <a:br/>
            <a:r>
              <a:t>ni de commission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2468880" y="1645920"/>
            <a:ext cx="1645920" cy="2560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560320" y="1737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⚡  ⚡  Rapide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560320" y="2468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Boutique prête</a:t>
            </a:r>
            <a:br/>
            <a:r>
              <a:t>en 5 minutes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389120" y="1645920"/>
            <a:ext cx="1645920" cy="2560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480559" y="1737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✨  🎨  Flexibilité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480559" y="2468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Design 100%</a:t>
            </a:r>
            <a:br/>
            <a:r>
              <a:t>personnalisable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309360" y="1645920"/>
            <a:ext cx="1645920" cy="2560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00800" y="1737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📱  📱  Mobile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400800" y="2468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Appli mobile pour</a:t>
            </a:r>
            <a:br/>
            <a:r>
              <a:t>gérer votre boutique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8229600" y="1645920"/>
            <a:ext cx="1645920" cy="2560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321040" y="1737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🛡️  🔒  Sans risque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321040" y="2468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Paiement à la</a:t>
            </a:r>
            <a:br/>
            <a:r>
              <a:t>livraison uniquement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0149840" y="1645920"/>
            <a:ext cx="1645920" cy="2560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241280" y="1737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📈  📊  Analytics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241280" y="2468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Statistiques ventes,</a:t>
            </a:r>
            <a:br/>
            <a:r>
              <a:t>visites, conversion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31520" y="4754880"/>
            <a:ext cx="10698480" cy="109728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📌  Idéal pour :  Commerçants • Artisans • Créateurs • Revendeurs • TPE &amp; PME africaines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Pas besoin de site web existant, de connaissances techniques ou de compte bancaire international.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0" nextAc="seek">
              <p:cTn id="28" dur="400" fill="hold">
                <p:stCondLst>
                  <p:cond delay="0"/>
                </p:stCondLst>
                <p:childTnLst>
                  <p:animEffect transition="in" filter="fade">
                    <p:cBhvr>
                      <p:cTn id="128" dur="400" fill="hold">
                        <p:stCondLst>
                          <p:cond delay="0"/>
                        </p:stCondLst>
                      </p:cTn>
                      <p:tgtEl>
                        <p:spTgt spid="3"/>
                      </p:tgtEl>
                    </p:cBhvr>
                  </p:animEffect>
                </p:childTnLst>
              </p:cTn>
              <p:cTn id="29" dur="500" fill="hold">
                <p:stCondLst>
                  <p:cond delay="150"/>
                </p:stCondLst>
                <p:childTnLst>
                  <p:animEffect transition="in" filter="flyInLeft">
                    <p:cBhvr>
                      <p:cTn id="129" dur="500" fill="hold">
                        <p:stCondLst>
                          <p:cond delay="0"/>
                        </p:stCondLst>
                      </p:cTn>
                      <p:tgtEl>
                        <p:spTgt spid="129"/>
                      </p:tgtEl>
                    </p:cBhvr>
                  </p:animEffect>
                </p:childTnLst>
              </p:cTn>
              <p:cTn id="30" dur="400" fill="hold">
                <p:stCondLst>
                  <p:cond delay="400"/>
                </p:stCondLst>
                <p:childTnLst>
                  <p:animEffect transition="in" filter="fade">
                    <p:cBhvr>
                      <p:cTn id="130" dur="400" fill="hold">
                        <p:stCondLst>
                          <p:cond delay="0"/>
                        </p:stCondLst>
                      </p:cTn>
                      <p:tgtEl>
                        <p:spTgt spid="130"/>
                      </p:tgtEl>
                    </p:cBhvr>
                  </p:animEffect>
                </p:childTnLst>
              </p:cTn>
              <p:cTn id="31" dur="500" fill="hold">
                <p:stCondLst>
                  <p:cond delay="200"/>
                </p:stCondLst>
                <p:childTnLst>
                  <p:animEffect transition="in" filter="zoomIn">
                    <p:cBhvr>
                      <p:cTn id="131" dur="500" fill="hold">
                        <p:stCondLst>
                          <p:cond delay="0"/>
                        </p:stCondLst>
                      </p:cTn>
                      <p:tgtEl>
                        <p:spTgt spid="131"/>
                      </p:tgtEl>
                    </p:cBhvr>
                  </p:animEffect>
                </p:childTnLst>
              </p:cTn>
              <p:cTn id="32" dur="500" fill="hold">
                <p:stCondLst>
                  <p:cond delay="300"/>
                </p:stCondLst>
                <p:childTnLst>
                  <p:animEffect transition="in" filter="fade">
                    <p:cBhvr>
                      <p:cTn id="132" dur="500" fill="hold">
                        <p:stCondLst>
                          <p:cond delay="0"/>
                        </p:stCondLst>
                      </p:cTn>
                      <p:tgtEl>
                        <p:spTgt spid="132"/>
                      </p:tgtEl>
                    </p:cBhvr>
                  </p:animEffect>
                </p:childTnLst>
              </p:cTn>
              <p:cTn id="33" dur="500" fill="hold">
                <p:stCondLst>
                  <p:cond delay="400"/>
                </p:stCondLst>
                <p:childTnLst>
                  <p:animEffect transition="in" filter="fade">
                    <p:cBhvr>
                      <p:cTn id="133" dur="500" fill="hold">
                        <p:stCondLst>
                          <p:cond delay="0"/>
                        </p:stCondLst>
                      </p:cTn>
                      <p:tgtEl>
                        <p:spTgt spid="133"/>
                      </p:tgtEl>
                    </p:cBhvr>
                  </p:animEffect>
                </p:childTnLst>
              </p:cTn>
              <p:cTn id="34" dur="500" fill="hold">
                <p:stCondLst>
                  <p:cond delay="350"/>
                </p:stCondLst>
                <p:childTnLst>
                  <p:animEffect transition="in" filter="zoomIn">
                    <p:cBhvr>
                      <p:cTn id="134" dur="500" fill="hold">
                        <p:stCondLst>
                          <p:cond delay="0"/>
                        </p:stCondLst>
                      </p:cTn>
                      <p:tgtEl>
                        <p:spTgt spid="134"/>
                      </p:tgtEl>
                    </p:cBhvr>
                  </p:animEffect>
                </p:childTnLst>
              </p:cTn>
              <p:cTn id="35" dur="500" fill="hold">
                <p:stCondLst>
                  <p:cond delay="450"/>
                </p:stCondLst>
                <p:childTnLst>
                  <p:animEffect transition="in" filter="fade">
                    <p:cBhvr>
                      <p:cTn id="135" dur="500" fill="hold">
                        <p:stCondLst>
                          <p:cond delay="0"/>
                        </p:stCondLst>
                      </p:cTn>
                      <p:tgtEl>
                        <p:spTgt spid="135"/>
                      </p:tgtEl>
                    </p:cBhvr>
                  </p:animEffect>
                </p:childTnLst>
              </p:cTn>
              <p:cTn id="36" dur="500" fill="hold">
                <p:stCondLst>
                  <p:cond delay="550"/>
                </p:stCondLst>
                <p:childTnLst>
                  <p:animEffect transition="in" filter="fade">
                    <p:cBhvr>
                      <p:cTn id="136" dur="500" fill="hold">
                        <p:stCondLst>
                          <p:cond delay="0"/>
                        </p:stCondLst>
                      </p:cTn>
                      <p:tgtEl>
                        <p:spTgt spid="136"/>
                      </p:tgtEl>
                    </p:cBhvr>
                  </p:animEffect>
                </p:childTnLst>
              </p:cTn>
              <p:cTn id="37" dur="500" fill="hold">
                <p:stCondLst>
                  <p:cond delay="500"/>
                </p:stCondLst>
                <p:childTnLst>
                  <p:animEffect transition="in" filter="zoomIn">
                    <p:cBhvr>
                      <p:cTn id="137" dur="500" fill="hold">
                        <p:stCondLst>
                          <p:cond delay="0"/>
                        </p:stCondLst>
                      </p:cTn>
                      <p:tgtEl>
                        <p:spTgt spid="137"/>
                      </p:tgtEl>
                    </p:cBhvr>
                  </p:animEffect>
                </p:childTnLst>
              </p:cTn>
              <p:cTn id="38" dur="500" fill="hold">
                <p:stCondLst>
                  <p:cond delay="600"/>
                </p:stCondLst>
                <p:childTnLst>
                  <p:animEffect transition="in" filter="fade">
                    <p:cBhvr>
                      <p:cTn id="138" dur="500" fill="hold">
                        <p:stCondLst>
                          <p:cond delay="0"/>
                        </p:stCondLst>
                      </p:cTn>
                      <p:tgtEl>
                        <p:spTgt spid="138"/>
                      </p:tgtEl>
                    </p:cBhvr>
                  </p:animEffect>
                </p:childTnLst>
              </p:cTn>
              <p:cTn id="39" dur="500" fill="hold">
                <p:stCondLst>
                  <p:cond delay="700"/>
                </p:stCondLst>
                <p:childTnLst>
                  <p:animEffect transition="in" filter="fade">
                    <p:cBhvr>
                      <p:cTn id="139" dur="500" fill="hold">
                        <p:stCondLst>
                          <p:cond delay="0"/>
                        </p:stCondLst>
                      </p:cTn>
                      <p:tgtEl>
                        <p:spTgt spid="139"/>
                      </p:tgtEl>
                    </p:cBhvr>
                  </p:animEffect>
                </p:childTnLst>
              </p:cTn>
              <p:cTn id="40" dur="500" fill="hold">
                <p:stCondLst>
                  <p:cond delay="650"/>
                </p:stCondLst>
                <p:childTnLst>
                  <p:animEffect transition="in" filter="zoomIn">
                    <p:cBhvr>
                      <p:cTn id="140" dur="500" fill="hold">
                        <p:stCondLst>
                          <p:cond delay="0"/>
                        </p:stCondLst>
                      </p:cTn>
                      <p:tgtEl>
                        <p:spTgt spid="140"/>
                      </p:tgtEl>
                    </p:cBhvr>
                  </p:animEffect>
                </p:childTnLst>
              </p:cTn>
              <p:cTn id="41" dur="500" fill="hold">
                <p:stCondLst>
                  <p:cond delay="750"/>
                </p:stCondLst>
                <p:childTnLst>
                  <p:animEffect transition="in" filter="fade">
                    <p:cBhvr>
                      <p:cTn id="141" dur="500" fill="hold">
                        <p:stCondLst>
                          <p:cond delay="0"/>
                        </p:stCondLst>
                      </p:cTn>
                      <p:tgtEl>
                        <p:spTgt spid="141"/>
                      </p:tgtEl>
                    </p:cBhvr>
                  </p:animEffect>
                </p:childTnLst>
              </p:cTn>
              <p:cTn id="42" dur="500" fill="hold">
                <p:stCondLst>
                  <p:cond delay="850"/>
                </p:stCondLst>
                <p:childTnLst>
                  <p:animEffect transition="in" filter="fade">
                    <p:cBhvr>
                      <p:cTn id="142" dur="500" fill="hold">
                        <p:stCondLst>
                          <p:cond delay="0"/>
                        </p:stCondLst>
                      </p:cTn>
                      <p:tgtEl>
                        <p:spTgt spid="142"/>
                      </p:tgtEl>
                    </p:cBhvr>
                  </p:animEffect>
                </p:childTnLst>
              </p:cTn>
              <p:cTn id="43" dur="500" fill="hold">
                <p:stCondLst>
                  <p:cond delay="800"/>
                </p:stCondLst>
                <p:childTnLst>
                  <p:animEffect transition="in" filter="zoomIn">
                    <p:cBhvr>
                      <p:cTn id="143" dur="500" fill="hold">
                        <p:stCondLst>
                          <p:cond delay="0"/>
                        </p:stCondLst>
                      </p:cTn>
                      <p:tgtEl>
                        <p:spTgt spid="143"/>
                      </p:tgtEl>
                    </p:cBhvr>
                  </p:animEffect>
                </p:childTnLst>
              </p:cTn>
              <p:cTn id="44" dur="500" fill="hold">
                <p:stCondLst>
                  <p:cond delay="900"/>
                </p:stCondLst>
                <p:childTnLst>
                  <p:animEffect transition="in" filter="fade">
                    <p:cBhvr>
                      <p:cTn id="144" dur="500" fill="hold">
                        <p:stCondLst>
                          <p:cond delay="0"/>
                        </p:stCondLst>
                      </p:cTn>
                      <p:tgtEl>
                        <p:spTgt spid="144"/>
                      </p:tgtEl>
                    </p:cBhvr>
                  </p:animEffect>
                </p:childTnLst>
              </p:cTn>
              <p:cTn id="45" dur="500" fill="hold">
                <p:stCondLst>
                  <p:cond delay="1000"/>
                </p:stCondLst>
                <p:childTnLst>
                  <p:animEffect transition="in" filter="fade">
                    <p:cBhvr>
                      <p:cTn id="145" dur="500" fill="hold">
                        <p:stCondLst>
                          <p:cond delay="0"/>
                        </p:stCondLst>
                      </p:cTn>
                      <p:tgtEl>
                        <p:spTgt spid="145"/>
                      </p:tgtEl>
                    </p:cBhvr>
                  </p:animEffect>
                </p:childTnLst>
              </p:cTn>
              <p:cTn id="46" dur="500" fill="hold">
                <p:stCondLst>
                  <p:cond delay="950"/>
                </p:stCondLst>
                <p:childTnLst>
                  <p:animEffect transition="in" filter="zoomIn">
                    <p:cBhvr>
                      <p:cTn id="146" dur="500" fill="hold">
                        <p:stCondLst>
                          <p:cond delay="0"/>
                        </p:stCondLst>
                      </p:cTn>
                      <p:tgtEl>
                        <p:spTgt spid="146"/>
                      </p:tgtEl>
                    </p:cBhvr>
                  </p:animEffect>
                </p:childTnLst>
              </p:cTn>
              <p:cTn id="47" dur="500" fill="hold">
                <p:stCondLst>
                  <p:cond delay="1050"/>
                </p:stCondLst>
                <p:childTnLst>
                  <p:animEffect transition="in" filter="fade">
                    <p:cBhvr>
                      <p:cTn id="147" dur="500" fill="hold">
                        <p:stCondLst>
                          <p:cond delay="0"/>
                        </p:stCondLst>
                      </p:cTn>
                      <p:tgtEl>
                        <p:spTgt spid="147"/>
                      </p:tgtEl>
                    </p:cBhvr>
                  </p:animEffect>
                </p:childTnLst>
              </p:cTn>
              <p:cTn id="48" dur="500" fill="hold">
                <p:stCondLst>
                  <p:cond delay="1150"/>
                </p:stCondLst>
                <p:childTnLst>
                  <p:animEffect transition="in" filter="fade">
                    <p:cBhvr>
                      <p:cTn id="148" dur="500" fill="hold">
                        <p:stCondLst>
                          <p:cond delay="0"/>
                        </p:stCondLst>
                      </p:cTn>
                      <p:tgtEl>
                        <p:spTgt spid="148"/>
                      </p:tgtEl>
                    </p:cBhvr>
                  </p:animEffect>
                </p:childTnLst>
              </p:cTn>
              <p:cTn id="49" dur="500" fill="hold">
                <p:stCondLst>
                  <p:cond delay="800"/>
                </p:stCondLst>
                <p:childTnLst>
                  <p:animEffect transition="in" filter="flyInBottom">
                    <p:cBhvr>
                      <p:cTn id="149" dur="500" fill="hold">
                        <p:stCondLst>
                          <p:cond delay="0"/>
                        </p:stCondLst>
                      </p:cTn>
                      <p:tgtEl>
                        <p:spTgt spid="149"/>
                      </p:tgtEl>
                    </p:cBhvr>
                  </p:animEffect>
                </p:childTnLst>
              </p:cTn>
              <p:cTn id="50" dur="500" fill="hold">
                <p:stCondLst>
                  <p:cond delay="900"/>
                </p:stCondLst>
                <p:childTnLst>
                  <p:animEffect transition="in" filter="fade">
                    <p:cBhvr>
                      <p:cTn id="150" dur="500" fill="hold">
                        <p:stCondLst>
                          <p:cond delay="0"/>
                        </p:stCondLst>
                      </p:cTn>
                      <p:tgtEl>
                        <p:spTgt spid="150"/>
                      </p:tgtEl>
                    </p:cBhvr>
                  </p:animEffect>
                </p:childTnLst>
              </p:cTn>
              <p:cTn id="51" dur="500" fill="hold">
                <p:stCondLst>
                  <p:cond delay="1000"/>
                </p:stCondLst>
                <p:childTnLst>
                  <p:animEffect transition="in" filter="fade">
                    <p:cBhvr>
                      <p:cTn id="151" dur="500" fill="hold">
                        <p:stCondLst>
                          <p:cond delay="0"/>
                        </p:stCondLst>
                      </p:cTn>
                      <p:tgtEl>
                        <p:spTgt spid="151"/>
                      </p:tgtEl>
                    </p:cBhvr>
                  </p:animEffect>
                </p:childTnLst>
              </p:cTn>
            </p:seq>
          </p:childTnLst>
        </p:cTn>
      </p:par>
    </p:tnLst>
  </p:timing>
  <p:transition dur="500ms" type="fade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"/>
              </a:defRPr>
            </a:pPr>
            <a:r>
              <a:t>Premiers pas — Créer votre boutique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31520" y="1005840"/>
            <a:ext cx="2286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548640" y="1645920"/>
            <a:ext cx="1828800" cy="2743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1143000" y="1737360"/>
            <a:ext cx="640080" cy="6400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4008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Inscrivez-vous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40080" y="301752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Email ou Google</a:t>
            </a:r>
            <a:br/>
            <a:r>
              <a:t>en 30 secondes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2834640" y="1645920"/>
            <a:ext cx="1828800" cy="2743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3429000" y="1737360"/>
            <a:ext cx="640080" cy="6400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92608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Créez votre boutique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926080" y="301752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Choisissez un nom</a:t>
            </a:r>
            <a:br/>
            <a:r>
              <a:t>de sous-domaine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120640" y="1645920"/>
            <a:ext cx="1828800" cy="2743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5715000" y="1737360"/>
            <a:ext cx="640080" cy="6400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212079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Configurez votre profil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212079" y="301752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Nom, description,</a:t>
            </a:r>
            <a:br/>
            <a:r>
              <a:t>pays, devise (XOF)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7406640" y="1645920"/>
            <a:ext cx="1828800" cy="2743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8001000" y="1737360"/>
            <a:ext cx="640080" cy="6400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498079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Personnalisez le thème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498079" y="301752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Choisissez un thème</a:t>
            </a:r>
            <a:br/>
            <a:r>
              <a:t>et ajustez les couleurs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9692640" y="1645920"/>
            <a:ext cx="1828800" cy="2743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10287000" y="1737360"/>
            <a:ext cx="640080" cy="6400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978408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Ajoutez vos produits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784080" y="301752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Manuellement ou</a:t>
            </a:r>
            <a:br/>
            <a:r>
              <a:t>par import CSV/URL</a:t>
            </a:r>
          </a:p>
        </p:txBody>
      </p:sp>
      <p:sp>
        <p:nvSpPr>
          <p:cNvPr id="175" name="Right Arrow 174"/>
          <p:cNvSpPr/>
          <p:nvPr/>
        </p:nvSpPr>
        <p:spPr>
          <a:xfrm>
            <a:off x="2468880" y="274320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ight Arrow 175"/>
          <p:cNvSpPr/>
          <p:nvPr/>
        </p:nvSpPr>
        <p:spPr>
          <a:xfrm>
            <a:off x="4754880" y="274320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ight Arrow 176"/>
          <p:cNvSpPr/>
          <p:nvPr/>
        </p:nvSpPr>
        <p:spPr>
          <a:xfrm>
            <a:off x="7040880" y="274320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ight Arrow 177"/>
          <p:cNvSpPr/>
          <p:nvPr/>
        </p:nvSpPr>
        <p:spPr>
          <a:xfrm>
            <a:off x="9326880" y="274320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💡  L'interface est 100% en français. Pas besoin de parler anglais pour gérer votre boutique.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0" nextAc="seek">
              <p:cTn id="52" dur="400" fill="hold">
                <p:stCondLst>
                  <p:cond delay="0"/>
                </p:stCondLst>
                <p:childTnLst>
                  <p:animEffect transition="in" filter="fade">
                    <p:cBhvr>
                      <p:cTn id="152" dur="400" fill="hold">
                        <p:stCondLst>
                          <p:cond delay="0"/>
                        </p:stCondLst>
                      </p:cTn>
                      <p:tgtEl>
                        <p:spTgt spid="3"/>
                      </p:tgtEl>
                    </p:cBhvr>
                  </p:animEffect>
                </p:childTnLst>
              </p:cTn>
              <p:cTn id="53" dur="500" fill="hold">
                <p:stCondLst>
                  <p:cond delay="150"/>
                </p:stCondLst>
                <p:childTnLst>
                  <p:animEffect transition="in" filter="flyInLeft">
                    <p:cBhvr>
                      <p:cTn id="153" dur="500" fill="hold">
                        <p:stCondLst>
                          <p:cond delay="0"/>
                        </p:stCondLst>
                      </p:cTn>
                      <p:tgtEl>
                        <p:spTgt spid="153"/>
                      </p:tgtEl>
                    </p:cBhvr>
                  </p:animEffect>
                </p:childTnLst>
              </p:cTn>
              <p:cTn id="54" dur="400" fill="hold">
                <p:stCondLst>
                  <p:cond delay="400"/>
                </p:stCondLst>
                <p:childTnLst>
                  <p:animEffect transition="in" filter="fade">
                    <p:cBhvr>
                      <p:cTn id="154" dur="400" fill="hold">
                        <p:stCondLst>
                          <p:cond delay="0"/>
                        </p:stCondLst>
                      </p:cTn>
                      <p:tgtEl>
                        <p:spTgt spid="154"/>
                      </p:tgtEl>
                    </p:cBhvr>
                  </p:animEffect>
                </p:childTnLst>
              </p:cTn>
              <p:cTn id="55" dur="500" fill="hold">
                <p:stCondLst>
                  <p:cond delay="300"/>
                </p:stCondLst>
                <p:childTnLst>
                  <p:animEffect transition="in" filter="zoomIn">
                    <p:cBhvr>
                      <p:cTn id="155" dur="500" fill="hold">
                        <p:stCondLst>
                          <p:cond delay="0"/>
                        </p:stCondLst>
                      </p:cTn>
                      <p:tgtEl>
                        <p:spTgt spid="155"/>
                      </p:tgtEl>
                    </p:cBhvr>
                  </p:animEffect>
                </p:childTnLst>
              </p:cTn>
              <p:cTn id="56" dur="500" fill="hold">
                <p:stCondLst>
                  <p:cond delay="400"/>
                </p:stCondLst>
                <p:childTnLst>
                  <p:animEffect transition="in" filter="zoomIn">
                    <p:cBhvr>
                      <p:cTn id="156" dur="500" fill="hold">
                        <p:stCondLst>
                          <p:cond delay="0"/>
                        </p:stCondLst>
                      </p:cTn>
                      <p:tgtEl>
                        <p:spTgt spid="156"/>
                      </p:tgtEl>
                    </p:cBhvr>
                  </p:animEffect>
                </p:childTnLst>
              </p:cTn>
              <p:cTn id="57" dur="500" fill="hold">
                <p:stCondLst>
                  <p:cond delay="500"/>
                </p:stCondLst>
                <p:childTnLst>
                  <p:animEffect transition="in" filter="fade">
                    <p:cBhvr>
                      <p:cTn id="157" dur="500" fill="hold">
                        <p:stCondLst>
                          <p:cond delay="0"/>
                        </p:stCondLst>
                      </p:cTn>
                      <p:tgtEl>
                        <p:spTgt spid="157"/>
                      </p:tgtEl>
                    </p:cBhvr>
                  </p:animEffect>
                </p:childTnLst>
              </p:cTn>
              <p:cTn id="58" dur="500" fill="hold">
                <p:stCondLst>
                  <p:cond delay="600"/>
                </p:stCondLst>
                <p:childTnLst>
                  <p:animEffect transition="in" filter="fade">
                    <p:cBhvr>
                      <p:cTn id="158" dur="500" fill="hold">
                        <p:stCondLst>
                          <p:cond delay="0"/>
                        </p:stCondLst>
                      </p:cTn>
                      <p:tgtEl>
                        <p:spTgt spid="158"/>
                      </p:tgtEl>
                    </p:cBhvr>
                  </p:animEffect>
                </p:childTnLst>
              </p:cTn>
              <p:cTn id="59" dur="500" fill="hold">
                <p:stCondLst>
                  <p:cond delay="500"/>
                </p:stCondLst>
                <p:childTnLst>
                  <p:animEffect transition="in" filter="zoomIn">
                    <p:cBhvr>
                      <p:cTn id="159" dur="500" fill="hold">
                        <p:stCondLst>
                          <p:cond delay="0"/>
                        </p:stCondLst>
                      </p:cTn>
                      <p:tgtEl>
                        <p:spTgt spid="159"/>
                      </p:tgtEl>
                    </p:cBhvr>
                  </p:animEffect>
                </p:childTnLst>
              </p:cTn>
              <p:cTn id="60" dur="500" fill="hold">
                <p:stCondLst>
                  <p:cond delay="600"/>
                </p:stCondLst>
                <p:childTnLst>
                  <p:animEffect transition="in" filter="zoomIn">
                    <p:cBhvr>
                      <p:cTn id="160" dur="500" fill="hold">
                        <p:stCondLst>
                          <p:cond delay="0"/>
                        </p:stCondLst>
                      </p:cTn>
                      <p:tgtEl>
                        <p:spTgt spid="160"/>
                      </p:tgtEl>
                    </p:cBhvr>
                  </p:animEffect>
                </p:childTnLst>
              </p:cTn>
              <p:cTn id="61" dur="500" fill="hold">
                <p:stCondLst>
                  <p:cond delay="700"/>
                </p:stCondLst>
                <p:childTnLst>
                  <p:animEffect transition="in" filter="fade">
                    <p:cBhvr>
                      <p:cTn id="161" dur="500" fill="hold">
                        <p:stCondLst>
                          <p:cond delay="0"/>
                        </p:stCondLst>
                      </p:cTn>
                      <p:tgtEl>
                        <p:spTgt spid="161"/>
                      </p:tgtEl>
                    </p:cBhvr>
                  </p:animEffect>
                </p:childTnLst>
              </p:cTn>
              <p:cTn id="62" dur="500" fill="hold">
                <p:stCondLst>
                  <p:cond delay="800"/>
                </p:stCondLst>
                <p:childTnLst>
                  <p:animEffect transition="in" filter="fade">
                    <p:cBhvr>
                      <p:cTn id="162" dur="500" fill="hold">
                        <p:stCondLst>
                          <p:cond delay="0"/>
                        </p:stCondLst>
                      </p:cTn>
                      <p:tgtEl>
                        <p:spTgt spid="162"/>
                      </p:tgtEl>
                    </p:cBhvr>
                  </p:animEffect>
                </p:childTnLst>
              </p:cTn>
              <p:cTn id="63" dur="500" fill="hold">
                <p:stCondLst>
                  <p:cond delay="700"/>
                </p:stCondLst>
                <p:childTnLst>
                  <p:animEffect transition="in" filter="zoomIn">
                    <p:cBhvr>
                      <p:cTn id="163" dur="500" fill="hold">
                        <p:stCondLst>
                          <p:cond delay="0"/>
                        </p:stCondLst>
                      </p:cTn>
                      <p:tgtEl>
                        <p:spTgt spid="163"/>
                      </p:tgtEl>
                    </p:cBhvr>
                  </p:animEffect>
                </p:childTnLst>
              </p:cTn>
              <p:cTn id="64" dur="500" fill="hold">
                <p:stCondLst>
                  <p:cond delay="800"/>
                </p:stCondLst>
                <p:childTnLst>
                  <p:animEffect transition="in" filter="zoomIn">
                    <p:cBhvr>
                      <p:cTn id="164" dur="500" fill="hold">
                        <p:stCondLst>
                          <p:cond delay="0"/>
                        </p:stCondLst>
                      </p:cTn>
                      <p:tgtEl>
                        <p:spTgt spid="164"/>
                      </p:tgtEl>
                    </p:cBhvr>
                  </p:animEffect>
                </p:childTnLst>
              </p:cTn>
              <p:cTn id="65" dur="500" fill="hold">
                <p:stCondLst>
                  <p:cond delay="900"/>
                </p:stCondLst>
                <p:childTnLst>
                  <p:animEffect transition="in" filter="fade">
                    <p:cBhvr>
                      <p:cTn id="165" dur="500" fill="hold">
                        <p:stCondLst>
                          <p:cond delay="0"/>
                        </p:stCondLst>
                      </p:cTn>
                      <p:tgtEl>
                        <p:spTgt spid="165"/>
                      </p:tgtEl>
                    </p:cBhvr>
                  </p:animEffect>
                </p:childTnLst>
              </p:cTn>
              <p:cTn id="66" dur="500" fill="hold">
                <p:stCondLst>
                  <p:cond delay="1000"/>
                </p:stCondLst>
                <p:childTnLst>
                  <p:animEffect transition="in" filter="fade">
                    <p:cBhvr>
                      <p:cTn id="166" dur="500" fill="hold">
                        <p:stCondLst>
                          <p:cond delay="0"/>
                        </p:stCondLst>
                      </p:cTn>
                      <p:tgtEl>
                        <p:spTgt spid="166"/>
                      </p:tgtEl>
                    </p:cBhvr>
                  </p:animEffect>
                </p:childTnLst>
              </p:cTn>
              <p:cTn id="67" dur="500" fill="hold">
                <p:stCondLst>
                  <p:cond delay="900"/>
                </p:stCondLst>
                <p:childTnLst>
                  <p:animEffect transition="in" filter="zoomIn">
                    <p:cBhvr>
                      <p:cTn id="167" dur="500" fill="hold">
                        <p:stCondLst>
                          <p:cond delay="0"/>
                        </p:stCondLst>
                      </p:cTn>
                      <p:tgtEl>
                        <p:spTgt spid="167"/>
                      </p:tgtEl>
                    </p:cBhvr>
                  </p:animEffect>
                </p:childTnLst>
              </p:cTn>
              <p:cTn id="68" dur="500" fill="hold">
                <p:stCondLst>
                  <p:cond delay="1000"/>
                </p:stCondLst>
                <p:childTnLst>
                  <p:animEffect transition="in" filter="zoomIn">
                    <p:cBhvr>
                      <p:cTn id="168" dur="500" fill="hold">
                        <p:stCondLst>
                          <p:cond delay="0"/>
                        </p:stCondLst>
                      </p:cTn>
                      <p:tgtEl>
                        <p:spTgt spid="168"/>
                      </p:tgtEl>
                    </p:cBhvr>
                  </p:animEffect>
                </p:childTnLst>
              </p:cTn>
              <p:cTn id="69" dur="500" fill="hold">
                <p:stCondLst>
                  <p:cond delay="1100"/>
                </p:stCondLst>
                <p:childTnLst>
                  <p:animEffect transition="in" filter="fade">
                    <p:cBhvr>
                      <p:cTn id="169" dur="500" fill="hold">
                        <p:stCondLst>
                          <p:cond delay="0"/>
                        </p:stCondLst>
                      </p:cTn>
                      <p:tgtEl>
                        <p:spTgt spid="169"/>
                      </p:tgtEl>
                    </p:cBhvr>
                  </p:animEffect>
                </p:childTnLst>
              </p:cTn>
              <p:cTn id="70" dur="500" fill="hold">
                <p:stCondLst>
                  <p:cond delay="1200"/>
                </p:stCondLst>
                <p:childTnLst>
                  <p:animEffect transition="in" filter="fade">
                    <p:cBhvr>
                      <p:cTn id="170" dur="500" fill="hold">
                        <p:stCondLst>
                          <p:cond delay="0"/>
                        </p:stCondLst>
                      </p:cTn>
                      <p:tgtEl>
                        <p:spTgt spid="170"/>
                      </p:tgtEl>
                    </p:cBhvr>
                  </p:animEffect>
                </p:childTnLst>
              </p:cTn>
              <p:cTn id="71" dur="500" fill="hold">
                <p:stCondLst>
                  <p:cond delay="1100"/>
                </p:stCondLst>
                <p:childTnLst>
                  <p:animEffect transition="in" filter="zoomIn">
                    <p:cBhvr>
                      <p:cTn id="171" dur="500" fill="hold">
                        <p:stCondLst>
                          <p:cond delay="0"/>
                        </p:stCondLst>
                      </p:cTn>
                      <p:tgtEl>
                        <p:spTgt spid="171"/>
                      </p:tgtEl>
                    </p:cBhvr>
                  </p:animEffect>
                </p:childTnLst>
              </p:cTn>
              <p:cTn id="72" dur="500" fill="hold">
                <p:stCondLst>
                  <p:cond delay="1200"/>
                </p:stCondLst>
                <p:childTnLst>
                  <p:animEffect transition="in" filter="zoomIn">
                    <p:cBhvr>
                      <p:cTn id="172" dur="500" fill="hold">
                        <p:stCondLst>
                          <p:cond delay="0"/>
                        </p:stCondLst>
                      </p:cTn>
                      <p:tgtEl>
                        <p:spTgt spid="172"/>
                      </p:tgtEl>
                    </p:cBhvr>
                  </p:animEffect>
                </p:childTnLst>
              </p:cTn>
              <p:cTn id="73" dur="500" fill="hold">
                <p:stCondLst>
                  <p:cond delay="1300"/>
                </p:stCondLst>
                <p:childTnLst>
                  <p:animEffect transition="in" filter="fade">
                    <p:cBhvr>
                      <p:cTn id="173" dur="500" fill="hold">
                        <p:stCondLst>
                          <p:cond delay="0"/>
                        </p:stCondLst>
                      </p:cTn>
                      <p:tgtEl>
                        <p:spTgt spid="173"/>
                      </p:tgtEl>
                    </p:cBhvr>
                  </p:animEffect>
                </p:childTnLst>
              </p:cTn>
              <p:cTn id="74" dur="500" fill="hold">
                <p:stCondLst>
                  <p:cond delay="1400"/>
                </p:stCondLst>
                <p:childTnLst>
                  <p:animEffect transition="in" filter="fade">
                    <p:cBhvr>
                      <p:cTn id="174" dur="500" fill="hold">
                        <p:stCondLst>
                          <p:cond delay="0"/>
                        </p:stCondLst>
                      </p:cTn>
                      <p:tgtEl>
                        <p:spTgt spid="174"/>
                      </p:tgtEl>
                    </p:cBhvr>
                  </p:animEffect>
                </p:childTnLst>
              </p:cTn>
              <p:cTn id="75" dur="400" fill="hold">
                <p:stCondLst>
                  <p:cond delay="500"/>
                </p:stCondLst>
                <p:childTnLst>
                  <p:animEffect transition="in" filter="fade">
                    <p:cBhvr>
                      <p:cTn id="175" dur="400" fill="hold">
                        <p:stCondLst>
                          <p:cond delay="0"/>
                        </p:stCondLst>
                      </p:cTn>
                      <p:tgtEl>
                        <p:spTgt spid="175"/>
                      </p:tgtEl>
                    </p:cBhvr>
                  </p:animEffect>
                </p:childTnLst>
              </p:cTn>
              <p:cTn id="76" dur="400" fill="hold">
                <p:stCondLst>
                  <p:cond delay="700"/>
                </p:stCondLst>
                <p:childTnLst>
                  <p:animEffect transition="in" filter="fade">
                    <p:cBhvr>
                      <p:cTn id="176" dur="400" fill="hold">
                        <p:stCondLst>
                          <p:cond delay="0"/>
                        </p:stCondLst>
                      </p:cTn>
                      <p:tgtEl>
                        <p:spTgt spid="176"/>
                      </p:tgtEl>
                    </p:cBhvr>
                  </p:animEffect>
                </p:childTnLst>
              </p:cTn>
              <p:cTn id="77" dur="400" fill="hold">
                <p:stCondLst>
                  <p:cond delay="900"/>
                </p:stCondLst>
                <p:childTnLst>
                  <p:animEffect transition="in" filter="fade">
                    <p:cBhvr>
                      <p:cTn id="177" dur="400" fill="hold">
                        <p:stCondLst>
                          <p:cond delay="0"/>
                        </p:stCondLst>
                      </p:cTn>
                      <p:tgtEl>
                        <p:spTgt spid="177"/>
                      </p:tgtEl>
                    </p:cBhvr>
                  </p:animEffect>
                </p:childTnLst>
              </p:cTn>
              <p:cTn id="78" dur="400" fill="hold">
                <p:stCondLst>
                  <p:cond delay="1100"/>
                </p:stCondLst>
                <p:childTnLst>
                  <p:animEffect transition="in" filter="fade">
                    <p:cBhvr>
                      <p:cTn id="178" dur="400" fill="hold">
                        <p:stCondLst>
                          <p:cond delay="0"/>
                        </p:stCondLst>
                      </p:cTn>
                      <p:tgtEl>
                        <p:spTgt spid="178"/>
                      </p:tgtEl>
                    </p:cBhvr>
                  </p:animEffect>
                </p:childTnLst>
              </p:cTn>
              <p:cTn id="79" dur="500" fill="hold">
                <p:stCondLst>
                  <p:cond delay="1400"/>
                </p:stCondLst>
                <p:childTnLst>
                  <p:animEffect transition="in" filter="fade">
                    <p:cBhvr>
                      <p:cTn id="179" dur="500" fill="hold">
                        <p:stCondLst>
                          <p:cond delay="0"/>
                        </p:stCondLst>
                      </p:cTn>
                      <p:tgtEl>
                        <p:spTgt spid="179"/>
                      </p:tgtEl>
                    </p:cBhvr>
                  </p:animEffect>
                </p:childTnLst>
              </p:cTn>
            </p:seq>
          </p:childTnLst>
        </p:cTn>
      </p:par>
    </p:tnLst>
  </p:timing>
  <p:transition dur="500ms" type="fade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"/>
              </a:defRPr>
            </a:pPr>
            <a:r>
              <a:t>Dashboard Administrateur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731520" y="1005840"/>
            <a:ext cx="2286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3" name="Picture 182" descr="dashboard-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943600" cy="3474720"/>
          </a:xfrm>
          <a:prstGeom prst="rect">
            <a:avLst/>
          </a:prstGeom>
        </p:spPr>
      </p:pic>
      <p:sp>
        <p:nvSpPr>
          <p:cNvPr id="184" name="TextBox 183"/>
          <p:cNvSpPr txBox="1"/>
          <p:nvPr/>
        </p:nvSpPr>
        <p:spPr>
          <a:xfrm>
            <a:off x="7132320" y="16459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📊  Ventes du jour, mois, période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📦  Nombre de commandes et produits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👥  Visiteurs en ligne en temps réel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📈  Graphiques ventes et visites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🔔  Commandes récentes avec notifications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📅  Filtres : aujourd'hui, 7j, 30j, 90j, 1 an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7132320" y="5029200"/>
            <a:ext cx="4572000" cy="54864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B7280"/>
                </a:solidFill>
                <a:latin typeface="Calibri"/>
              </a:defRPr>
            </a:pPr>
            <a:r>
              <a:t>Vue d'ensemble de votre activité en temps réel</a:t>
            </a:r>
          </a:p>
        </p:txBody>
      </p:sp>
      <p:pic>
        <p:nvPicPr>
          <p:cNvPr id="186" name="Picture 185" descr="side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29200"/>
            <a:ext cx="1371600" cy="137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>
          <p:childTnLst>
            <p:seq concurrent="0" nextAc="seek">
              <p:cTn id="80" dur="400" fill="hold">
                <p:stCondLst>
                  <p:cond delay="0"/>
                </p:stCondLst>
                <p:childTnLst>
                  <p:animEffect transition="in" filter="fade">
                    <p:cBhvr>
                      <p:cTn id="180" dur="400" fill="hold">
                        <p:stCondLst>
                          <p:cond delay="0"/>
                        </p:stCondLst>
                      </p:cTn>
                      <p:tgtEl>
                        <p:spTgt spid="3"/>
                      </p:tgtEl>
                    </p:cBhvr>
                  </p:animEffect>
                </p:childTnLst>
              </p:cTn>
              <p:cTn id="81" dur="500" fill="hold">
                <p:stCondLst>
                  <p:cond delay="150"/>
                </p:stCondLst>
                <p:childTnLst>
                  <p:animEffect transition="in" filter="flyInLeft">
                    <p:cBhvr>
                      <p:cTn id="181" dur="500" fill="hold">
                        <p:stCondLst>
                          <p:cond delay="0"/>
                        </p:stCondLst>
                      </p:cTn>
                      <p:tgtEl>
                        <p:spTgt spid="181"/>
                      </p:tgtEl>
                    </p:cBhvr>
                  </p:animEffect>
                </p:childTnLst>
              </p:cTn>
              <p:cTn id="82" dur="400" fill="hold">
                <p:stCondLst>
                  <p:cond delay="400"/>
                </p:stCondLst>
                <p:childTnLst>
                  <p:animEffect transition="in" filter="fade">
                    <p:cBhvr>
                      <p:cTn id="182" dur="400" fill="hold">
                        <p:stCondLst>
                          <p:cond delay="0"/>
                        </p:stCondLst>
                      </p:cTn>
                      <p:tgtEl>
                        <p:spTgt spid="182"/>
                      </p:tgtEl>
                    </p:cBhvr>
                  </p:animEffect>
                </p:childTnLst>
              </p:cTn>
              <p:cTn id="83" dur="500" fill="hold">
                <p:stCondLst>
                  <p:cond delay="500"/>
                </p:stCondLst>
                <p:childTnLst>
                  <p:animEffect transition="in" filter="flyInRight">
                    <p:cBhvr>
                      <p:cTn id="183" dur="500" fill="hold">
                        <p:stCondLst>
                          <p:cond delay="0"/>
                        </p:stCondLst>
                      </p:cTn>
                      <p:tgtEl>
                        <p:spTgt spid="184"/>
                      </p:tgtEl>
                    </p:cBhvr>
                  </p:animEffect>
                </p:childTnLst>
              </p:cTn>
              <p:cTn id="84" dur="500" fill="hold">
                <p:stCondLst>
                  <p:cond delay="900"/>
                </p:stCondLst>
                <p:childTnLst>
                  <p:animEffect transition="in" filter="fade">
                    <p:cBhvr>
                      <p:cTn id="184" dur="500" fill="hold">
                        <p:stCondLst>
                          <p:cond delay="0"/>
                        </p:stCondLst>
                      </p:cTn>
                      <p:tgtEl>
                        <p:spTgt spid="185"/>
                      </p:tgtEl>
                    </p:cBhvr>
                  </p:animEffect>
                </p:childTnLst>
              </p:cTn>
            </p:seq>
          </p:childTnLst>
        </p:cTn>
      </p:par>
    </p:tnLst>
  </p:timing>
  <p:transition dur="500ms" type="fade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"/>
              </a:defRPr>
            </a:pPr>
            <a:r>
              <a:t>Gestion des Produits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Ajoutez et gérez vos produits facilement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9" name="Picture 188" descr="products-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943600" cy="3474720"/>
          </a:xfrm>
          <a:prstGeom prst="rect">
            <a:avLst/>
          </a:prstGeom>
        </p:spPr>
      </p:pic>
      <p:sp>
        <p:nvSpPr>
          <p:cNvPr id="190" name="TextBox 189"/>
          <p:cNvSpPr txBox="1"/>
          <p:nvPr/>
        </p:nvSpPr>
        <p:spPr>
          <a:xfrm>
            <a:off x="713232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➕  Ajout manuel de produits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📄  Import CSV (fichier Excel/tableur)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🔗  Import par URL (scraping automatique)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🖼️  Images multiples par produit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📏  Gestion des tailles et variantes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🏷️  Prix, comparaison, stock, SKU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✅  Statut actif/inactif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🔍  Recherche et filtres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📋  Actions groupées (activer/désactiver/supprimer)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132320" y="5029200"/>
            <a:ext cx="4572000" cy="54864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F2937"/>
                </a:solidFill>
                <a:latin typeface="Calibri"/>
              </a:defRPr>
            </a:pPr>
            <a:r>
              <a:t>Importez en masse depuis un fichier CSV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0" nextAc="seek">
              <p:cTn id="85" dur="400" fill="hold">
                <p:stCondLst>
                  <p:cond delay="0"/>
                </p:stCondLst>
                <p:childTnLst>
                  <p:animEffect transition="in" filter="fade">
                    <p:cBhvr>
                      <p:cTn id="185" dur="400" fill="hold">
                        <p:stCondLst>
                          <p:cond delay="0"/>
                        </p:stCondLst>
                      </p:cTn>
                      <p:tgtEl>
                        <p:spTgt spid="3"/>
                      </p:tgtEl>
                    </p:cBhvr>
                  </p:animEffect>
                </p:childTnLst>
              </p:cTn>
              <p:cTn id="86" dur="500" fill="hold">
                <p:stCondLst>
                  <p:cond delay="150"/>
                </p:stCondLst>
                <p:childTnLst>
                  <p:animEffect transition="in" filter="flyInLeft">
                    <p:cBhvr>
                      <p:cTn id="186" dur="500" fill="hold">
                        <p:stCondLst>
                          <p:cond delay="0"/>
                        </p:stCondLst>
                      </p:cTn>
                      <p:tgtEl>
                        <p:spTgt spid="186"/>
                      </p:tgtEl>
                    </p:cBhvr>
                  </p:animEffect>
                </p:childTnLst>
              </p:cTn>
              <p:cTn id="87" dur="500" fill="hold">
                <p:stCondLst>
                  <p:cond delay="300"/>
                </p:stCondLst>
                <p:childTnLst>
                  <p:animEffect transition="in" filter="fade">
                    <p:cBhvr>
                      <p:cTn id="187" dur="500" fill="hold">
                        <p:stCondLst>
                          <p:cond delay="0"/>
                        </p:stCondLst>
                      </p:cTn>
                      <p:tgtEl>
                        <p:spTgt spid="187"/>
                      </p:tgtEl>
                    </p:cBhvr>
                  </p:animEffect>
                </p:childTnLst>
              </p:cTn>
              <p:cTn id="88" dur="400" fill="hold">
                <p:stCondLst>
                  <p:cond delay="400"/>
                </p:stCondLst>
                <p:childTnLst>
                  <p:animEffect transition="in" filter="fade">
                    <p:cBhvr>
                      <p:cTn id="188" dur="400" fill="hold">
                        <p:stCondLst>
                          <p:cond delay="0"/>
                        </p:stCondLst>
                      </p:cTn>
                      <p:tgtEl>
                        <p:spTgt spid="188"/>
                      </p:tgtEl>
                    </p:cBhvr>
                  </p:animEffect>
                </p:childTnLst>
              </p:cTn>
              <p:cTn id="89" dur="500" fill="hold">
                <p:stCondLst>
                  <p:cond delay="500"/>
                </p:stCondLst>
                <p:childTnLst>
                  <p:animEffect transition="in" filter="flyInRight">
                    <p:cBhvr>
                      <p:cTn id="189" dur="500" fill="hold">
                        <p:stCondLst>
                          <p:cond delay="0"/>
                        </p:stCondLst>
                      </p:cTn>
                      <p:tgtEl>
                        <p:spTgt spid="190"/>
                      </p:tgtEl>
                    </p:cBhvr>
                  </p:animEffect>
                </p:childTnLst>
              </p:cTn>
              <p:cTn id="90" dur="500" fill="hold">
                <p:stCondLst>
                  <p:cond delay="1000"/>
                </p:stCondLst>
                <p:childTnLst>
                  <p:animEffect transition="in" filter="fade">
                    <p:cBhvr>
                      <p:cTn id="190" dur="500" fill="hold">
                        <p:stCondLst>
                          <p:cond delay="0"/>
                        </p:stCondLst>
                      </p:cTn>
                      <p:tgtEl>
                        <p:spTgt spid="191"/>
                      </p:tgtEl>
                    </p:cBhvr>
                  </p:animEffect>
                </p:childTnLst>
              </p:cTn>
            </p:seq>
          </p:childTnLst>
        </p:cTn>
      </p:par>
    </p:tnLst>
  </p:timing>
  <p:transition dur="500ms" type="fade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"/>
              </a:defRPr>
            </a:pPr>
            <a:r>
              <a:t>Gestion des Commandes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Suivez et gérez les commandes de vos clients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5" name="Picture 194" descr="orders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943600" cy="3474720"/>
          </a:xfrm>
          <a:prstGeom prst="rect">
            <a:avLst/>
          </a:prstGeom>
        </p:spPr>
      </p:pic>
      <p:sp>
        <p:nvSpPr>
          <p:cNvPr id="196" name="TextBox 195"/>
          <p:cNvSpPr txBox="1"/>
          <p:nvPr/>
        </p:nvSpPr>
        <p:spPr>
          <a:xfrm>
            <a:off x="7132320" y="16459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📋  Liste complète des commandes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🔄  Workflow : En attente → Confirmé → Expédié → Livré → Annulé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🔍  Recherche par nom ou téléphone client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📄  Détail de commande avec historique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🔔  Notifications sonores pour nouvelles commandes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📊  Statistiques par statut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📱  Notifications push sur l'appli mobile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7132320" y="5029200"/>
            <a:ext cx="4572000" cy="54864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B7280"/>
                </a:solidFill>
                <a:latin typeface="Calibri"/>
              </a:defRPr>
            </a:pPr>
            <a:r>
              <a:t>Soyez notifié instantanément des nouvelles commandes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0" nextAc="seek">
              <p:cTn id="91" dur="400" fill="hold">
                <p:stCondLst>
                  <p:cond delay="0"/>
                </p:stCondLst>
                <p:childTnLst>
                  <p:animEffect transition="in" filter="fade">
                    <p:cBhvr>
                      <p:cTn id="191" dur="400" fill="hold">
                        <p:stCondLst>
                          <p:cond delay="0"/>
                        </p:stCondLst>
                      </p:cTn>
                      <p:tgtEl>
                        <p:spTgt spid="3"/>
                      </p:tgtEl>
                    </p:cBhvr>
                  </p:animEffect>
                </p:childTnLst>
              </p:cTn>
              <p:cTn id="92" dur="500" fill="hold">
                <p:stCondLst>
                  <p:cond delay="150"/>
                </p:stCondLst>
                <p:childTnLst>
                  <p:animEffect transition="in" filter="flyInLeft">
                    <p:cBhvr>
                      <p:cTn id="192" dur="500" fill="hold">
                        <p:stCondLst>
                          <p:cond delay="0"/>
                        </p:stCondLst>
                      </p:cTn>
                      <p:tgtEl>
                        <p:spTgt spid="192"/>
                      </p:tgtEl>
                    </p:cBhvr>
                  </p:animEffect>
                </p:childTnLst>
              </p:cTn>
              <p:cTn id="93" dur="500" fill="hold">
                <p:stCondLst>
                  <p:cond delay="300"/>
                </p:stCondLst>
                <p:childTnLst>
                  <p:animEffect transition="in" filter="fade">
                    <p:cBhvr>
                      <p:cTn id="193" dur="500" fill="hold">
                        <p:stCondLst>
                          <p:cond delay="0"/>
                        </p:stCondLst>
                      </p:cTn>
                      <p:tgtEl>
                        <p:spTgt spid="193"/>
                      </p:tgtEl>
                    </p:cBhvr>
                  </p:animEffect>
                </p:childTnLst>
              </p:cTn>
              <p:cTn id="94" dur="400" fill="hold">
                <p:stCondLst>
                  <p:cond delay="400"/>
                </p:stCondLst>
                <p:childTnLst>
                  <p:animEffect transition="in" filter="fade">
                    <p:cBhvr>
                      <p:cTn id="194" dur="400" fill="hold">
                        <p:stCondLst>
                          <p:cond delay="0"/>
                        </p:stCondLst>
                      </p:cTn>
                      <p:tgtEl>
                        <p:spTgt spid="194"/>
                      </p:tgtEl>
                    </p:cBhvr>
                  </p:animEffect>
                </p:childTnLst>
              </p:cTn>
              <p:cTn id="95" dur="500" fill="hold">
                <p:stCondLst>
                  <p:cond delay="500"/>
                </p:stCondLst>
                <p:childTnLst>
                  <p:animEffect transition="in" filter="flyInRight">
                    <p:cBhvr>
                      <p:cTn id="195" dur="500" fill="hold">
                        <p:stCondLst>
                          <p:cond delay="0"/>
                        </p:stCondLst>
                      </p:cTn>
                      <p:tgtEl>
                        <p:spTgt spid="196"/>
                      </p:tgtEl>
                    </p:cBhvr>
                  </p:animEffect>
                </p:childTnLst>
              </p:cTn>
              <p:cTn id="96" dur="500" fill="hold">
                <p:stCondLst>
                  <p:cond delay="900"/>
                </p:stCondLst>
                <p:childTnLst>
                  <p:animEffect transition="in" filter="fade">
                    <p:cBhvr>
                      <p:cTn id="196" dur="500" fill="hold">
                        <p:stCondLst>
                          <p:cond delay="0"/>
                        </p:stCondLst>
                      </p:cTn>
                      <p:tgtEl>
                        <p:spTgt spid="197"/>
                      </p:tgtEl>
                    </p:cBhvr>
                  </p:animEffect>
                </p:childTnLst>
              </p:cTn>
            </p:seq>
          </p:childTnLst>
        </p:cTn>
      </p:par>
    </p:tnLst>
  </p:timing>
  <p:transition dur="500ms" type="fade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"/>
              </a:defRPr>
            </a:pPr>
            <a:r>
              <a:t>Personnalisez votre Boutique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15 onglets de réglages — Aucune compétence technique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457200" y="1645920"/>
            <a:ext cx="1737360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548640" y="17373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🎨  Thèmes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48640" y="228600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6 thèmes</a:t>
            </a:r>
            <a:br/>
            <a:r>
              <a:t>prêts à l'emploi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2423160" y="1645920"/>
            <a:ext cx="1737360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2514600" y="17373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🎨  Couleurs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2514600" y="228600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19 variables</a:t>
            </a:r>
            <a:br/>
            <a:r>
              <a:t>de couleur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4389120" y="1645920"/>
            <a:ext cx="1737360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480559" y="17373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🔤  Polices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480559" y="228600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20 Google Fonts,</a:t>
            </a:r>
            <a:br/>
            <a:r>
              <a:t>graisses, tailles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6355079" y="1645920"/>
            <a:ext cx="1737360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6446519" y="17373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🖼️  Arrière-plan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6446519" y="228600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Couleur, dégradé,</a:t>
            </a:r>
            <a:br/>
            <a:r>
              <a:t>ou image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8321040" y="1645920"/>
            <a:ext cx="1737360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412480" y="17373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🖼️  Logo &amp; Média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8412480" y="228600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Logo, favicon,</a:t>
            </a:r>
            <a:br/>
            <a:r>
              <a:t>image OG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10287000" y="1645920"/>
            <a:ext cx="1737360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10378440" y="17373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📐  Mise en page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0378440" y="228600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Largeur, grille,</a:t>
            </a:r>
            <a:br/>
            <a:r>
              <a:t>espacement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457200" y="4206240"/>
            <a:ext cx="1737360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548640" y="4297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📱  Réseaux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48640" y="48463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11 réseaux</a:t>
            </a:r>
            <a:br/>
            <a:r>
              <a:t>sociaux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2423160" y="4206240"/>
            <a:ext cx="1737360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2514600" y="4297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📋  Menu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514600" y="48463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Menu de navigation</a:t>
            </a:r>
            <a:br/>
            <a:r>
              <a:t>personnalisable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4389120" y="4206240"/>
            <a:ext cx="1737360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4480559" y="4297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📄  Sections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4480559" y="48463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28 types de sections</a:t>
            </a:r>
            <a:br/>
            <a:r>
              <a:t>glisser-déposer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6355079" y="4206240"/>
            <a:ext cx="1737360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6446519" y="4297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⬆️  Retour haut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446519" y="48463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Bouton scroll</a:t>
            </a:r>
            <a:br/>
            <a:r>
              <a:t>top personnalisable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8321040" y="4206240"/>
            <a:ext cx="1737360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8412480" y="4297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📧  Newsletter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8412480" y="48463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Popup d'inscription</a:t>
            </a:r>
            <a:br/>
            <a:r>
              <a:t>personnalisé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10287000" y="4206240"/>
            <a:ext cx="1737360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10378440" y="4297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🍪  Cookies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0378440" y="48463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Bannière RGPD</a:t>
            </a:r>
            <a:br/>
            <a:r>
              <a:t>configurable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0" nextAc="seek">
              <p:cTn id="97" dur="400" fill="hold">
                <p:stCondLst>
                  <p:cond delay="0"/>
                </p:stCondLst>
                <p:childTnLst>
                  <p:animEffect transition="in" filter="fade">
                    <p:cBhvr>
                      <p:cTn id="197" dur="400" fill="hold">
                        <p:stCondLst>
                          <p:cond delay="0"/>
                        </p:stCondLst>
                      </p:cTn>
                      <p:tgtEl>
                        <p:spTgt spid="3"/>
                      </p:tgtEl>
                    </p:cBhvr>
                  </p:animEffect>
                </p:childTnLst>
              </p:cTn>
              <p:cTn id="98" dur="500" fill="hold">
                <p:stCondLst>
                  <p:cond delay="150"/>
                </p:stCondLst>
                <p:childTnLst>
                  <p:animEffect transition="in" filter="flyInLeft">
                    <p:cBhvr>
                      <p:cTn id="198" dur="500" fill="hold">
                        <p:stCondLst>
                          <p:cond delay="0"/>
                        </p:stCondLst>
                      </p:cTn>
                      <p:tgtEl>
                        <p:spTgt spid="198"/>
                      </p:tgtEl>
                    </p:cBhvr>
                  </p:animEffect>
                </p:childTnLst>
              </p:cTn>
              <p:cTn id="99" dur="500" fill="hold">
                <p:stCondLst>
                  <p:cond delay="300"/>
                </p:stCondLst>
                <p:childTnLst>
                  <p:animEffect transition="in" filter="fade">
                    <p:cBhvr>
                      <p:cTn id="199" dur="500" fill="hold">
                        <p:stCondLst>
                          <p:cond delay="0"/>
                        </p:stCondLst>
                      </p:cTn>
                      <p:tgtEl>
                        <p:spTgt spid="199"/>
                      </p:tgtEl>
                    </p:cBhvr>
                  </p:animEffect>
                </p:childTnLst>
              </p:cTn>
              <p:cTn id="100" dur="400" fill="hold">
                <p:stCondLst>
                  <p:cond delay="400"/>
                </p:stCondLst>
                <p:childTnLst>
                  <p:animEffect transition="in" filter="fade">
                    <p:cBhvr>
                      <p:cTn id="200" dur="400" fill="hold">
                        <p:stCondLst>
                          <p:cond delay="0"/>
                        </p:stCondLst>
                      </p:cTn>
                      <p:tgtEl>
                        <p:spTgt spid="200"/>
                      </p:tgtEl>
                    </p:cBhvr>
                  </p:animEffect>
                </p:childTnLst>
              </p:cTn>
              <p:cTn id="101" dur="500" fill="hold">
                <p:stCondLst>
                  <p:cond delay="200"/>
                </p:stCondLst>
                <p:childTnLst>
                  <p:animEffect transition="in" filter="zoomIn">
                    <p:cBhvr>
                      <p:cTn id="201" dur="500" fill="hold">
                        <p:stCondLst>
                          <p:cond delay="0"/>
                        </p:stCondLst>
                      </p:cTn>
                      <p:tgtEl>
                        <p:spTgt spid="201"/>
                      </p:tgtEl>
                    </p:cBhvr>
                  </p:animEffect>
                </p:childTnLst>
              </p:cTn>
              <p:cTn id="102" dur="500" fill="hold">
                <p:stCondLst>
                  <p:cond delay="300"/>
                </p:stCondLst>
                <p:childTnLst>
                  <p:animEffect transition="in" filter="fade">
                    <p:cBhvr>
                      <p:cTn id="202" dur="500" fill="hold">
                        <p:stCondLst>
                          <p:cond delay="0"/>
                        </p:stCondLst>
                      </p:cTn>
                      <p:tgtEl>
                        <p:spTgt spid="202"/>
                      </p:tgtEl>
                    </p:cBhvr>
                  </p:animEffect>
                </p:childTnLst>
              </p:cTn>
              <p:cTn id="103" dur="500" fill="hold">
                <p:stCondLst>
                  <p:cond delay="400"/>
                </p:stCondLst>
                <p:childTnLst>
                  <p:animEffect transition="in" filter="fade">
                    <p:cBhvr>
                      <p:cTn id="203" dur="500" fill="hold">
                        <p:stCondLst>
                          <p:cond delay="0"/>
                        </p:stCondLst>
                      </p:cTn>
                      <p:tgtEl>
                        <p:spTgt spid="203"/>
                      </p:tgtEl>
                    </p:cBhvr>
                  </p:animEffect>
                </p:childTnLst>
              </p:cTn>
              <p:cTn id="104" dur="500" fill="hold">
                <p:stCondLst>
                  <p:cond delay="350"/>
                </p:stCondLst>
                <p:childTnLst>
                  <p:animEffect transition="in" filter="zoomIn">
                    <p:cBhvr>
                      <p:cTn id="204" dur="500" fill="hold">
                        <p:stCondLst>
                          <p:cond delay="0"/>
                        </p:stCondLst>
                      </p:cTn>
                      <p:tgtEl>
                        <p:spTgt spid="204"/>
                      </p:tgtEl>
                    </p:cBhvr>
                  </p:animEffect>
                </p:childTnLst>
              </p:cTn>
              <p:cTn id="105" dur="500" fill="hold">
                <p:stCondLst>
                  <p:cond delay="450"/>
                </p:stCondLst>
                <p:childTnLst>
                  <p:animEffect transition="in" filter="fade">
                    <p:cBhvr>
                      <p:cTn id="205" dur="500" fill="hold">
                        <p:stCondLst>
                          <p:cond delay="0"/>
                        </p:stCondLst>
                      </p:cTn>
                      <p:tgtEl>
                        <p:spTgt spid="205"/>
                      </p:tgtEl>
                    </p:cBhvr>
                  </p:animEffect>
                </p:childTnLst>
              </p:cTn>
              <p:cTn id="106" dur="500" fill="hold">
                <p:stCondLst>
                  <p:cond delay="550"/>
                </p:stCondLst>
                <p:childTnLst>
                  <p:animEffect transition="in" filter="fade">
                    <p:cBhvr>
                      <p:cTn id="206" dur="500" fill="hold">
                        <p:stCondLst>
                          <p:cond delay="0"/>
                        </p:stCondLst>
                      </p:cTn>
                      <p:tgtEl>
                        <p:spTgt spid="206"/>
                      </p:tgtEl>
                    </p:cBhvr>
                  </p:animEffect>
                </p:childTnLst>
              </p:cTn>
              <p:cTn id="107" dur="500" fill="hold">
                <p:stCondLst>
                  <p:cond delay="500"/>
                </p:stCondLst>
                <p:childTnLst>
                  <p:animEffect transition="in" filter="zoomIn">
                    <p:cBhvr>
                      <p:cTn id="207" dur="500" fill="hold">
                        <p:stCondLst>
                          <p:cond delay="0"/>
                        </p:stCondLst>
                      </p:cTn>
                      <p:tgtEl>
                        <p:spTgt spid="207"/>
                      </p:tgtEl>
                    </p:cBhvr>
                  </p:animEffect>
                </p:childTnLst>
              </p:cTn>
              <p:cTn id="108" dur="500" fill="hold">
                <p:stCondLst>
                  <p:cond delay="600"/>
                </p:stCondLst>
                <p:childTnLst>
                  <p:animEffect transition="in" filter="fade">
                    <p:cBhvr>
                      <p:cTn id="208" dur="500" fill="hold">
                        <p:stCondLst>
                          <p:cond delay="0"/>
                        </p:stCondLst>
                      </p:cTn>
                      <p:tgtEl>
                        <p:spTgt spid="208"/>
                      </p:tgtEl>
                    </p:cBhvr>
                  </p:animEffect>
                </p:childTnLst>
              </p:cTn>
              <p:cTn id="109" dur="500" fill="hold">
                <p:stCondLst>
                  <p:cond delay="700"/>
                </p:stCondLst>
                <p:childTnLst>
                  <p:animEffect transition="in" filter="fade">
                    <p:cBhvr>
                      <p:cTn id="209" dur="500" fill="hold">
                        <p:stCondLst>
                          <p:cond delay="0"/>
                        </p:stCondLst>
                      </p:cTn>
                      <p:tgtEl>
                        <p:spTgt spid="209"/>
                      </p:tgtEl>
                    </p:cBhvr>
                  </p:animEffect>
                </p:childTnLst>
              </p:cTn>
              <p:cTn id="110" dur="500" fill="hold">
                <p:stCondLst>
                  <p:cond delay="650"/>
                </p:stCondLst>
                <p:childTnLst>
                  <p:animEffect transition="in" filter="zoomIn">
                    <p:cBhvr>
                      <p:cTn id="210" dur="500" fill="hold">
                        <p:stCondLst>
                          <p:cond delay="0"/>
                        </p:stCondLst>
                      </p:cTn>
                      <p:tgtEl>
                        <p:spTgt spid="210"/>
                      </p:tgtEl>
                    </p:cBhvr>
                  </p:animEffect>
                </p:childTnLst>
              </p:cTn>
              <p:cTn id="111" dur="500" fill="hold">
                <p:stCondLst>
                  <p:cond delay="750"/>
                </p:stCondLst>
                <p:childTnLst>
                  <p:animEffect transition="in" filter="fade">
                    <p:cBhvr>
                      <p:cTn id="211" dur="500" fill="hold">
                        <p:stCondLst>
                          <p:cond delay="0"/>
                        </p:stCondLst>
                      </p:cTn>
                      <p:tgtEl>
                        <p:spTgt spid="211"/>
                      </p:tgtEl>
                    </p:cBhvr>
                  </p:animEffect>
                </p:childTnLst>
              </p:cTn>
              <p:cTn id="112" dur="500" fill="hold">
                <p:stCondLst>
                  <p:cond delay="850"/>
                </p:stCondLst>
                <p:childTnLst>
                  <p:animEffect transition="in" filter="fade">
                    <p:cBhvr>
                      <p:cTn id="212" dur="500" fill="hold">
                        <p:stCondLst>
                          <p:cond delay="0"/>
                        </p:stCondLst>
                      </p:cTn>
                      <p:tgtEl>
                        <p:spTgt spid="212"/>
                      </p:tgtEl>
                    </p:cBhvr>
                  </p:animEffect>
                </p:childTnLst>
              </p:cTn>
              <p:cTn id="113" dur="500" fill="hold">
                <p:stCondLst>
                  <p:cond delay="800"/>
                </p:stCondLst>
                <p:childTnLst>
                  <p:animEffect transition="in" filter="zoomIn">
                    <p:cBhvr>
                      <p:cTn id="213" dur="500" fill="hold">
                        <p:stCondLst>
                          <p:cond delay="0"/>
                        </p:stCondLst>
                      </p:cTn>
                      <p:tgtEl>
                        <p:spTgt spid="213"/>
                      </p:tgtEl>
                    </p:cBhvr>
                  </p:animEffect>
                </p:childTnLst>
              </p:cTn>
              <p:cTn id="114" dur="500" fill="hold">
                <p:stCondLst>
                  <p:cond delay="900"/>
                </p:stCondLst>
                <p:childTnLst>
                  <p:animEffect transition="in" filter="fade">
                    <p:cBhvr>
                      <p:cTn id="214" dur="500" fill="hold">
                        <p:stCondLst>
                          <p:cond delay="0"/>
                        </p:stCondLst>
                      </p:cTn>
                      <p:tgtEl>
                        <p:spTgt spid="214"/>
                      </p:tgtEl>
                    </p:cBhvr>
                  </p:animEffect>
                </p:childTnLst>
              </p:cTn>
              <p:cTn id="115" dur="500" fill="hold">
                <p:stCondLst>
                  <p:cond delay="1000"/>
                </p:stCondLst>
                <p:childTnLst>
                  <p:animEffect transition="in" filter="fade">
                    <p:cBhvr>
                      <p:cTn id="215" dur="500" fill="hold">
                        <p:stCondLst>
                          <p:cond delay="0"/>
                        </p:stCondLst>
                      </p:cTn>
                      <p:tgtEl>
                        <p:spTgt spid="215"/>
                      </p:tgtEl>
                    </p:cBhvr>
                  </p:animEffect>
                </p:childTnLst>
              </p:cTn>
              <p:cTn id="116" dur="500" fill="hold">
                <p:stCondLst>
                  <p:cond delay="950"/>
                </p:stCondLst>
                <p:childTnLst>
                  <p:animEffect transition="in" filter="zoomIn">
                    <p:cBhvr>
                      <p:cTn id="216" dur="500" fill="hold">
                        <p:stCondLst>
                          <p:cond delay="0"/>
                        </p:stCondLst>
                      </p:cTn>
                      <p:tgtEl>
                        <p:spTgt spid="216"/>
                      </p:tgtEl>
                    </p:cBhvr>
                  </p:animEffect>
                </p:childTnLst>
              </p:cTn>
              <p:cTn id="117" dur="500" fill="hold">
                <p:stCondLst>
                  <p:cond delay="1050"/>
                </p:stCondLst>
                <p:childTnLst>
                  <p:animEffect transition="in" filter="fade">
                    <p:cBhvr>
                      <p:cTn id="217" dur="500" fill="hold">
                        <p:stCondLst>
                          <p:cond delay="0"/>
                        </p:stCondLst>
                      </p:cTn>
                      <p:tgtEl>
                        <p:spTgt spid="217"/>
                      </p:tgtEl>
                    </p:cBhvr>
                  </p:animEffect>
                </p:childTnLst>
              </p:cTn>
              <p:cTn id="118" dur="500" fill="hold">
                <p:stCondLst>
                  <p:cond delay="1150"/>
                </p:stCondLst>
                <p:childTnLst>
                  <p:animEffect transition="in" filter="fade">
                    <p:cBhvr>
                      <p:cTn id="218" dur="500" fill="hold">
                        <p:stCondLst>
                          <p:cond delay="0"/>
                        </p:stCondLst>
                      </p:cTn>
                      <p:tgtEl>
                        <p:spTgt spid="218"/>
                      </p:tgtEl>
                    </p:cBhvr>
                  </p:animEffect>
                </p:childTnLst>
              </p:cTn>
              <p:cTn id="119" dur="500" fill="hold">
                <p:stCondLst>
                  <p:cond delay="300"/>
                </p:stCondLst>
                <p:childTnLst>
                  <p:animEffect transition="in" filter="zoomIn">
                    <p:cBhvr>
                      <p:cTn id="219" dur="500" fill="hold">
                        <p:stCondLst>
                          <p:cond delay="0"/>
                        </p:stCondLst>
                      </p:cTn>
                      <p:tgtEl>
                        <p:spTgt spid="219"/>
                      </p:tgtEl>
                    </p:cBhvr>
                  </p:animEffect>
                </p:childTnLst>
              </p:cTn>
              <p:cTn id="120" dur="500" fill="hold">
                <p:stCondLst>
                  <p:cond delay="400"/>
                </p:stCondLst>
                <p:childTnLst>
                  <p:animEffect transition="in" filter="fade">
                    <p:cBhvr>
                      <p:cTn id="220" dur="500" fill="hold">
                        <p:stCondLst>
                          <p:cond delay="0"/>
                        </p:stCondLst>
                      </p:cTn>
                      <p:tgtEl>
                        <p:spTgt spid="220"/>
                      </p:tgtEl>
                    </p:cBhvr>
                  </p:animEffect>
                </p:childTnLst>
              </p:cTn>
              <p:cTn id="121" dur="500" fill="hold">
                <p:stCondLst>
                  <p:cond delay="500"/>
                </p:stCondLst>
                <p:childTnLst>
                  <p:animEffect transition="in" filter="fade">
                    <p:cBhvr>
                      <p:cTn id="221" dur="500" fill="hold">
                        <p:stCondLst>
                          <p:cond delay="0"/>
                        </p:stCondLst>
                      </p:cTn>
                      <p:tgtEl>
                        <p:spTgt spid="221"/>
                      </p:tgtEl>
                    </p:cBhvr>
                  </p:animEffect>
                </p:childTnLst>
              </p:cTn>
              <p:cTn id="122" dur="500" fill="hold">
                <p:stCondLst>
                  <p:cond delay="450"/>
                </p:stCondLst>
                <p:childTnLst>
                  <p:animEffect transition="in" filter="zoomIn">
                    <p:cBhvr>
                      <p:cTn id="222" dur="500" fill="hold">
                        <p:stCondLst>
                          <p:cond delay="0"/>
                        </p:stCondLst>
                      </p:cTn>
                      <p:tgtEl>
                        <p:spTgt spid="222"/>
                      </p:tgtEl>
                    </p:cBhvr>
                  </p:animEffect>
                </p:childTnLst>
              </p:cTn>
              <p:cTn id="123" dur="500" fill="hold">
                <p:stCondLst>
                  <p:cond delay="550"/>
                </p:stCondLst>
                <p:childTnLst>
                  <p:animEffect transition="in" filter="fade">
                    <p:cBhvr>
                      <p:cTn id="223" dur="500" fill="hold">
                        <p:stCondLst>
                          <p:cond delay="0"/>
                        </p:stCondLst>
                      </p:cTn>
                      <p:tgtEl>
                        <p:spTgt spid="223"/>
                      </p:tgtEl>
                    </p:cBhvr>
                  </p:animEffect>
                </p:childTnLst>
              </p:cTn>
              <p:cTn id="124" dur="500" fill="hold">
                <p:stCondLst>
                  <p:cond delay="650"/>
                </p:stCondLst>
                <p:childTnLst>
                  <p:animEffect transition="in" filter="fade">
                    <p:cBhvr>
                      <p:cTn id="224" dur="500" fill="hold">
                        <p:stCondLst>
                          <p:cond delay="0"/>
                        </p:stCondLst>
                      </p:cTn>
                      <p:tgtEl>
                        <p:spTgt spid="224"/>
                      </p:tgtEl>
                    </p:cBhvr>
                  </p:animEffect>
                </p:childTnLst>
              </p:cTn>
              <p:cTn id="125" dur="500" fill="hold">
                <p:stCondLst>
                  <p:cond delay="600"/>
                </p:stCondLst>
                <p:childTnLst>
                  <p:animEffect transition="in" filter="zoomIn">
                    <p:cBhvr>
                      <p:cTn id="225" dur="500" fill="hold">
                        <p:stCondLst>
                          <p:cond delay="0"/>
                        </p:stCondLst>
                      </p:cTn>
                      <p:tgtEl>
                        <p:spTgt spid="225"/>
                      </p:tgtEl>
                    </p:cBhvr>
                  </p:animEffect>
                </p:childTnLst>
              </p:cTn>
              <p:cTn id="126" dur="500" fill="hold">
                <p:stCondLst>
                  <p:cond delay="700"/>
                </p:stCondLst>
                <p:childTnLst>
                  <p:animEffect transition="in" filter="fade">
                    <p:cBhvr>
                      <p:cTn id="226" dur="500" fill="hold">
                        <p:stCondLst>
                          <p:cond delay="0"/>
                        </p:stCondLst>
                      </p:cTn>
                      <p:tgtEl>
                        <p:spTgt spid="226"/>
                      </p:tgtEl>
                    </p:cBhvr>
                  </p:animEffect>
                </p:childTnLst>
              </p:cTn>
              <p:cTn id="127" dur="500" fill="hold">
                <p:stCondLst>
                  <p:cond delay="800"/>
                </p:stCondLst>
                <p:childTnLst>
                  <p:animEffect transition="in" filter="fade">
                    <p:cBhvr>
                      <p:cTn id="227" dur="500" fill="hold">
                        <p:stCondLst>
                          <p:cond delay="0"/>
                        </p:stCondLst>
                      </p:cTn>
                      <p:tgtEl>
                        <p:spTgt spid="227"/>
                      </p:tgtEl>
                    </p:cBhvr>
                  </p:animEffect>
                </p:childTnLst>
              </p:cTn>
              <p:cTn id="128" dur="500" fill="hold">
                <p:stCondLst>
                  <p:cond delay="750"/>
                </p:stCondLst>
                <p:childTnLst>
                  <p:animEffect transition="in" filter="zoomIn">
                    <p:cBhvr>
                      <p:cTn id="228" dur="500" fill="hold">
                        <p:stCondLst>
                          <p:cond delay="0"/>
                        </p:stCondLst>
                      </p:cTn>
                      <p:tgtEl>
                        <p:spTgt spid="228"/>
                      </p:tgtEl>
                    </p:cBhvr>
                  </p:animEffect>
                </p:childTnLst>
              </p:cTn>
              <p:cTn id="129" dur="500" fill="hold">
                <p:stCondLst>
                  <p:cond delay="850"/>
                </p:stCondLst>
                <p:childTnLst>
                  <p:animEffect transition="in" filter="fade">
                    <p:cBhvr>
                      <p:cTn id="229" dur="500" fill="hold">
                        <p:stCondLst>
                          <p:cond delay="0"/>
                        </p:stCondLst>
                      </p:cTn>
                      <p:tgtEl>
                        <p:spTgt spid="229"/>
                      </p:tgtEl>
                    </p:cBhvr>
                  </p:animEffect>
                </p:childTnLst>
              </p:cTn>
              <p:cTn id="130" dur="500" fill="hold">
                <p:stCondLst>
                  <p:cond delay="950"/>
                </p:stCondLst>
                <p:childTnLst>
                  <p:animEffect transition="in" filter="fade">
                    <p:cBhvr>
                      <p:cTn id="230" dur="500" fill="hold">
                        <p:stCondLst>
                          <p:cond delay="0"/>
                        </p:stCondLst>
                      </p:cTn>
                      <p:tgtEl>
                        <p:spTgt spid="230"/>
                      </p:tgtEl>
                    </p:cBhvr>
                  </p:animEffect>
                </p:childTnLst>
              </p:cTn>
              <p:cTn id="131" dur="500" fill="hold">
                <p:stCondLst>
                  <p:cond delay="900"/>
                </p:stCondLst>
                <p:childTnLst>
                  <p:animEffect transition="in" filter="zoomIn">
                    <p:cBhvr>
                      <p:cTn id="231" dur="500" fill="hold">
                        <p:stCondLst>
                          <p:cond delay="0"/>
                        </p:stCondLst>
                      </p:cTn>
                      <p:tgtEl>
                        <p:spTgt spid="231"/>
                      </p:tgtEl>
                    </p:cBhvr>
                  </p:animEffect>
                </p:childTnLst>
              </p:cTn>
              <p:cTn id="132" dur="500" fill="hold">
                <p:stCondLst>
                  <p:cond delay="1000"/>
                </p:stCondLst>
                <p:childTnLst>
                  <p:animEffect transition="in" filter="fade">
                    <p:cBhvr>
                      <p:cTn id="232" dur="500" fill="hold">
                        <p:stCondLst>
                          <p:cond delay="0"/>
                        </p:stCondLst>
                      </p:cTn>
                      <p:tgtEl>
                        <p:spTgt spid="232"/>
                      </p:tgtEl>
                    </p:cBhvr>
                  </p:animEffect>
                </p:childTnLst>
              </p:cTn>
              <p:cTn id="133" dur="500" fill="hold">
                <p:stCondLst>
                  <p:cond delay="1100"/>
                </p:stCondLst>
                <p:childTnLst>
                  <p:animEffect transition="in" filter="fade">
                    <p:cBhvr>
                      <p:cTn id="233" dur="500" fill="hold">
                        <p:stCondLst>
                          <p:cond delay="0"/>
                        </p:stCondLst>
                      </p:cTn>
                      <p:tgtEl>
                        <p:spTgt spid="233"/>
                      </p:tgtEl>
                    </p:cBhvr>
                  </p:animEffect>
                </p:childTnLst>
              </p:cTn>
              <p:cTn id="134" dur="500" fill="hold">
                <p:stCondLst>
                  <p:cond delay="1050"/>
                </p:stCondLst>
                <p:childTnLst>
                  <p:animEffect transition="in" filter="zoomIn">
                    <p:cBhvr>
                      <p:cTn id="234" dur="500" fill="hold">
                        <p:stCondLst>
                          <p:cond delay="0"/>
                        </p:stCondLst>
                      </p:cTn>
                      <p:tgtEl>
                        <p:spTgt spid="234"/>
                      </p:tgtEl>
                    </p:cBhvr>
                  </p:animEffect>
                </p:childTnLst>
              </p:cTn>
              <p:cTn id="135" dur="500" fill="hold">
                <p:stCondLst>
                  <p:cond delay="1150"/>
                </p:stCondLst>
                <p:childTnLst>
                  <p:animEffect transition="in" filter="fade">
                    <p:cBhvr>
                      <p:cTn id="235" dur="500" fill="hold">
                        <p:stCondLst>
                          <p:cond delay="0"/>
                        </p:stCondLst>
                      </p:cTn>
                      <p:tgtEl>
                        <p:spTgt spid="235"/>
                      </p:tgtEl>
                    </p:cBhvr>
                  </p:animEffect>
                </p:childTnLst>
              </p:cTn>
              <p:cTn id="136" dur="500" fill="hold">
                <p:stCondLst>
                  <p:cond delay="1250"/>
                </p:stCondLst>
                <p:childTnLst>
                  <p:animEffect transition="in" filter="fade">
                    <p:cBhvr>
                      <p:cTn id="236" dur="500" fill="hold">
                        <p:stCondLst>
                          <p:cond delay="0"/>
                        </p:stCondLst>
                      </p:cTn>
                      <p:tgtEl>
                        <p:spTgt spid="236"/>
                      </p:tgtEl>
                    </p:cBhvr>
                  </p:animEffect>
                </p:childTnLst>
              </p:cTn>
            </p:seq>
          </p:childTnLst>
        </p:cTn>
      </p:par>
    </p:tnLst>
  </p:timing>
  <p:transition dur="500ms" type="fade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"/>
              </a:defRPr>
            </a:pPr>
            <a:r>
              <a:t>Constructeur de Pages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Créez vos pages avec 28 sections prêtes à l'emploi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ounded Rectangle 240"/>
          <p:cNvSpPr/>
          <p:nvPr/>
        </p:nvSpPr>
        <p:spPr>
          <a:xfrm>
            <a:off x="731520" y="1554480"/>
            <a:ext cx="1828800" cy="9144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En-tête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743200" y="1691639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Barre d'annonce  •  Header (logo + menu)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731520" y="2743200"/>
            <a:ext cx="18288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Contenu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2743200" y="28803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Carrousel  •  Produits  •  Texte + Image  •  Vidéo  •  Témoignages  •  FAQ  •  Features  •  Bannière  •  Compteurs  •  Newsletter  •  HTML  •  Espacement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731520" y="3931920"/>
            <a:ext cx="1828800" cy="914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Produit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2743200" y="40690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Galerie photos  •  Infos + formulaire  •  Fil d'Ariane  •  Accordéon  •  Messagerie  •  Partage  •  Offres groupées  •  Recherche  •  Filtres  •  Grille produits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731520" y="5120640"/>
            <a:ext cx="1828800" cy="9144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Footer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2743200" y="52578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Pied de page  •  Merci  •  Wishlist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💡  Glissez-déposez les sections, modifiez leurs réglages, créez des pages personnalisées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0" nextAc="seek">
              <p:cTn id="137" dur="400" fill="hold">
                <p:stCondLst>
                  <p:cond delay="0"/>
                </p:stCondLst>
                <p:childTnLst>
                  <p:animEffect transition="in" filter="fade">
                    <p:cBhvr>
                      <p:cTn id="237" dur="400" fill="hold">
                        <p:stCondLst>
                          <p:cond delay="0"/>
                        </p:stCondLst>
                      </p:cTn>
                      <p:tgtEl>
                        <p:spTgt spid="3"/>
                      </p:tgtEl>
                    </p:cBhvr>
                  </p:animEffect>
                </p:childTnLst>
              </p:cTn>
              <p:cTn id="138" dur="500" fill="hold">
                <p:stCondLst>
                  <p:cond delay="150"/>
                </p:stCondLst>
                <p:childTnLst>
                  <p:animEffect transition="in" filter="flyInLeft">
                    <p:cBhvr>
                      <p:cTn id="238" dur="500" fill="hold">
                        <p:stCondLst>
                          <p:cond delay="0"/>
                        </p:stCondLst>
                      </p:cTn>
                      <p:tgtEl>
                        <p:spTgt spid="238"/>
                      </p:tgtEl>
                    </p:cBhvr>
                  </p:animEffect>
                </p:childTnLst>
              </p:cTn>
              <p:cTn id="139" dur="500" fill="hold">
                <p:stCondLst>
                  <p:cond delay="300"/>
                </p:stCondLst>
                <p:childTnLst>
                  <p:animEffect transition="in" filter="fade">
                    <p:cBhvr>
                      <p:cTn id="239" dur="500" fill="hold">
                        <p:stCondLst>
                          <p:cond delay="0"/>
                        </p:stCondLst>
                      </p:cTn>
                      <p:tgtEl>
                        <p:spTgt spid="239"/>
                      </p:tgtEl>
                    </p:cBhvr>
                  </p:animEffect>
                </p:childTnLst>
              </p:cTn>
              <p:cTn id="140" dur="400" fill="hold">
                <p:stCondLst>
                  <p:cond delay="400"/>
                </p:stCondLst>
                <p:childTnLst>
                  <p:animEffect transition="in" filter="fade">
                    <p:cBhvr>
                      <p:cTn id="240" dur="400" fill="hold">
                        <p:stCondLst>
                          <p:cond delay="0"/>
                        </p:stCondLst>
                      </p:cTn>
                      <p:tgtEl>
                        <p:spTgt spid="240"/>
                      </p:tgtEl>
                    </p:cBhvr>
                  </p:animEffect>
                </p:childTnLst>
              </p:cTn>
              <p:cTn id="141" dur="500" fill="hold">
                <p:stCondLst>
                  <p:cond delay="200"/>
                </p:stCondLst>
                <p:childTnLst>
                  <p:animEffect transition="in" filter="flyInLeft">
                    <p:cBhvr>
                      <p:cTn id="241" dur="500" fill="hold">
                        <p:stCondLst>
                          <p:cond delay="0"/>
                        </p:stCondLst>
                      </p:cTn>
                      <p:tgtEl>
                        <p:spTgt spid="241"/>
                      </p:tgtEl>
                    </p:cBhvr>
                  </p:animEffect>
                </p:childTnLst>
              </p:cTn>
              <p:cTn id="142" dur="500" fill="hold">
                <p:stCondLst>
                  <p:cond delay="300"/>
                </p:stCondLst>
                <p:childTnLst>
                  <p:animEffect transition="in" filter="fade">
                    <p:cBhvr>
                      <p:cTn id="242" dur="500" fill="hold">
                        <p:stCondLst>
                          <p:cond delay="0"/>
                        </p:stCondLst>
                      </p:cTn>
                      <p:tgtEl>
                        <p:spTgt spid="242"/>
                      </p:tgtEl>
                    </p:cBhvr>
                  </p:animEffect>
                </p:childTnLst>
              </p:cTn>
              <p:cTn id="143" dur="500" fill="hold">
                <p:stCondLst>
                  <p:cond delay="400"/>
                </p:stCondLst>
                <p:childTnLst>
                  <p:animEffect transition="in" filter="flyInLeft">
                    <p:cBhvr>
                      <p:cTn id="243" dur="500" fill="hold">
                        <p:stCondLst>
                          <p:cond delay="0"/>
                        </p:stCondLst>
                      </p:cTn>
                      <p:tgtEl>
                        <p:spTgt spid="243"/>
                      </p:tgtEl>
                    </p:cBhvr>
                  </p:animEffect>
                </p:childTnLst>
              </p:cTn>
              <p:cTn id="144" dur="500" fill="hold">
                <p:stCondLst>
                  <p:cond delay="500"/>
                </p:stCondLst>
                <p:childTnLst>
                  <p:animEffect transition="in" filter="fade">
                    <p:cBhvr>
                      <p:cTn id="244" dur="500" fill="hold">
                        <p:stCondLst>
                          <p:cond delay="0"/>
                        </p:stCondLst>
                      </p:cTn>
                      <p:tgtEl>
                        <p:spTgt spid="244"/>
                      </p:tgtEl>
                    </p:cBhvr>
                  </p:animEffect>
                </p:childTnLst>
              </p:cTn>
              <p:cTn id="145" dur="500" fill="hold">
                <p:stCondLst>
                  <p:cond delay="600"/>
                </p:stCondLst>
                <p:childTnLst>
                  <p:animEffect transition="in" filter="flyInLeft">
                    <p:cBhvr>
                      <p:cTn id="245" dur="500" fill="hold">
                        <p:stCondLst>
                          <p:cond delay="0"/>
                        </p:stCondLst>
                      </p:cTn>
                      <p:tgtEl>
                        <p:spTgt spid="245"/>
                      </p:tgtEl>
                    </p:cBhvr>
                  </p:animEffect>
                </p:childTnLst>
              </p:cTn>
              <p:cTn id="146" dur="500" fill="hold">
                <p:stCondLst>
                  <p:cond delay="700"/>
                </p:stCondLst>
                <p:childTnLst>
                  <p:animEffect transition="in" filter="fade">
                    <p:cBhvr>
                      <p:cTn id="246" dur="500" fill="hold">
                        <p:stCondLst>
                          <p:cond delay="0"/>
                        </p:stCondLst>
                      </p:cTn>
                      <p:tgtEl>
                        <p:spTgt spid="246"/>
                      </p:tgtEl>
                    </p:cBhvr>
                  </p:animEffect>
                </p:childTnLst>
              </p:cTn>
              <p:cTn id="147" dur="500" fill="hold">
                <p:stCondLst>
                  <p:cond delay="800"/>
                </p:stCondLst>
                <p:childTnLst>
                  <p:animEffect transition="in" filter="flyInLeft">
                    <p:cBhvr>
                      <p:cTn id="247" dur="500" fill="hold">
                        <p:stCondLst>
                          <p:cond delay="0"/>
                        </p:stCondLst>
                      </p:cTn>
                      <p:tgtEl>
                        <p:spTgt spid="247"/>
                      </p:tgtEl>
                    </p:cBhvr>
                  </p:animEffect>
                </p:childTnLst>
              </p:cTn>
              <p:cTn id="148" dur="500" fill="hold">
                <p:stCondLst>
                  <p:cond delay="900"/>
                </p:stCondLst>
                <p:childTnLst>
                  <p:animEffect transition="in" filter="fade">
                    <p:cBhvr>
                      <p:cTn id="248" dur="500" fill="hold">
                        <p:stCondLst>
                          <p:cond delay="0"/>
                        </p:stCondLst>
                      </p:cTn>
                      <p:tgtEl>
                        <p:spTgt spid="248"/>
                      </p:tgtEl>
                    </p:cBhvr>
                  </p:animEffect>
                </p:childTnLst>
              </p:cTn>
              <p:cTn id="149" dur="500" fill="hold">
                <p:stCondLst>
                  <p:cond delay="1000"/>
                </p:stCondLst>
                <p:childTnLst>
                  <p:animEffect transition="in" filter="fade">
                    <p:cBhvr>
                      <p:cTn id="249" dur="500" fill="hold">
                        <p:stCondLst>
                          <p:cond delay="0"/>
                        </p:stCondLst>
                      </p:cTn>
                      <p:tgtEl>
                        <p:spTgt spid="249"/>
                      </p:tgtEl>
                    </p:cBhvr>
                  </p:animEffect>
                </p:childTnLst>
              </p:cTn>
            </p:seq>
          </p:childTnLst>
        </p:cTn>
      </p:par>
    </p:tnLst>
  </p:timing>
  <p:transition dur="500ms" type="fade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"/>
              </a:defRPr>
            </a:pPr>
            <a:r>
              <a:t>Comment vos clients commandent ?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731520" y="1005840"/>
            <a:ext cx="2286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ounded Rectangle 252"/>
          <p:cNvSpPr/>
          <p:nvPr/>
        </p:nvSpPr>
        <p:spPr>
          <a:xfrm>
            <a:off x="365760" y="1645920"/>
            <a:ext cx="2011680" cy="32004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457200" y="17373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Le client visite</a:t>
            </a:r>
            <a:br/>
            <a:r>
              <a:t>votre boutique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457200" y="29260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Il découvre vos</a:t>
            </a:r>
            <a:br/>
            <a:r>
              <a:t>produits et leurs</a:t>
            </a:r>
            <a:br/>
            <a:r>
              <a:t>photos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2743200" y="1645920"/>
            <a:ext cx="2011680" cy="3200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2834640" y="17373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Il remplit</a:t>
            </a:r>
            <a:br/>
            <a:r>
              <a:t>le formulaire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2834640" y="29260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Nom, téléphone,</a:t>
            </a:r>
            <a:br/>
            <a:r>
              <a:t>adresse — champs</a:t>
            </a:r>
            <a:br/>
            <a:r>
              <a:t>personnalisables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5120640" y="1645920"/>
            <a:ext cx="2011680" cy="3200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5212080" y="17373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Commande</a:t>
            </a:r>
            <a:br/>
            <a:r>
              <a:t>enregistrée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5212080" y="29260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Stockée dans</a:t>
            </a:r>
            <a:br/>
            <a:r>
              <a:t>votre base de</a:t>
            </a:r>
            <a:br/>
            <a:r>
              <a:t>données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7498080" y="1645920"/>
            <a:ext cx="2011680" cy="3200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7589520" y="17373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Vous êtes</a:t>
            </a:r>
            <a:br/>
            <a:r>
              <a:t>notifié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7589520" y="29260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Notification sonore</a:t>
            </a:r>
            <a:br/>
            <a:r>
              <a:t>+ push mobile</a:t>
            </a:r>
            <a:br/>
            <a:r>
              <a:t>+ Google Sheets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9875520" y="1645920"/>
            <a:ext cx="2011680" cy="32004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9966960" y="17373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Vous livrez</a:t>
            </a:r>
            <a:br/>
            <a:r>
              <a:t>le client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9966960" y="29260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Confirmez, expédiez</a:t>
            </a:r>
            <a:br/>
            <a:r>
              <a:t>et encaissez à</a:t>
            </a:r>
            <a:br/>
            <a:r>
              <a:t>la livraison</a:t>
            </a:r>
          </a:p>
        </p:txBody>
      </p:sp>
      <p:sp>
        <p:nvSpPr>
          <p:cNvPr id="268" name="Right Arrow 267"/>
          <p:cNvSpPr/>
          <p:nvPr/>
        </p:nvSpPr>
        <p:spPr>
          <a:xfrm>
            <a:off x="2468880" y="2926080"/>
            <a:ext cx="36576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ight Arrow 268"/>
          <p:cNvSpPr/>
          <p:nvPr/>
        </p:nvSpPr>
        <p:spPr>
          <a:xfrm>
            <a:off x="4846320" y="2926080"/>
            <a:ext cx="36576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ight Arrow 269"/>
          <p:cNvSpPr/>
          <p:nvPr/>
        </p:nvSpPr>
        <p:spPr>
          <a:xfrm>
            <a:off x="7223760" y="2926080"/>
            <a:ext cx="36576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ight Arrow 270"/>
          <p:cNvSpPr/>
          <p:nvPr/>
        </p:nvSpPr>
        <p:spPr>
          <a:xfrm>
            <a:off x="9601200" y="2926080"/>
            <a:ext cx="36576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73152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Moyens de paiement</a:t>
            </a:r>
          </a:p>
        </p:txBody>
      </p:sp>
      <p:sp>
        <p:nvSpPr>
          <p:cNvPr id="273" name="Rounded Rectangle 272"/>
          <p:cNvSpPr/>
          <p:nvPr/>
        </p:nvSpPr>
        <p:spPr>
          <a:xfrm>
            <a:off x="548640" y="5577840"/>
            <a:ext cx="2560320" cy="7315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59669"/>
                </a:solidFill>
                <a:latin typeface="Calibri"/>
              </a:defRPr>
            </a:pPr>
            <a:r>
              <a:t>💵  Paiement à la livraison</a:t>
            </a:r>
          </a:p>
        </p:txBody>
      </p:sp>
      <p:sp>
        <p:nvSpPr>
          <p:cNvPr id="274" name="Rounded Rectangle 273"/>
          <p:cNvSpPr/>
          <p:nvPr/>
        </p:nvSpPr>
        <p:spPr>
          <a:xfrm>
            <a:off x="3383280" y="5577840"/>
            <a:ext cx="2560320" cy="7315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B7280"/>
                </a:solidFill>
                <a:latin typeface="Calibri"/>
              </a:defRPr>
            </a:pPr>
            <a:r>
              <a:t>📱  Orange Money</a:t>
            </a:r>
          </a:p>
        </p:txBody>
      </p:sp>
      <p:sp>
        <p:nvSpPr>
          <p:cNvPr id="275" name="Rounded Rectangle 274"/>
          <p:cNvSpPr/>
          <p:nvPr/>
        </p:nvSpPr>
        <p:spPr>
          <a:xfrm>
            <a:off x="6217920" y="5577840"/>
            <a:ext cx="2560320" cy="7315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B7280"/>
                </a:solidFill>
                <a:latin typeface="Calibri"/>
              </a:defRPr>
            </a:pPr>
            <a:r>
              <a:t>📱  Wave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9052560" y="5577840"/>
            <a:ext cx="2560320" cy="7315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B7280"/>
                </a:solidFill>
                <a:latin typeface="Calibri"/>
              </a:defRPr>
            </a:pPr>
            <a:r>
              <a:t>📱  MTN Money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0" nextAc="seek">
              <p:cTn id="150" dur="400" fill="hold">
                <p:stCondLst>
                  <p:cond delay="0"/>
                </p:stCondLst>
                <p:childTnLst>
                  <p:animEffect transition="in" filter="fade">
                    <p:cBhvr>
                      <p:cTn id="250" dur="400" fill="hold">
                        <p:stCondLst>
                          <p:cond delay="0"/>
                        </p:stCondLst>
                      </p:cTn>
                      <p:tgtEl>
                        <p:spTgt spid="3"/>
                      </p:tgtEl>
                    </p:cBhvr>
                  </p:animEffect>
                </p:childTnLst>
              </p:cTn>
              <p:cTn id="151" dur="500" fill="hold">
                <p:stCondLst>
                  <p:cond delay="150"/>
                </p:stCondLst>
                <p:childTnLst>
                  <p:animEffect transition="in" filter="flyInLeft">
                    <p:cBhvr>
                      <p:cTn id="251" dur="500" fill="hold">
                        <p:stCondLst>
                          <p:cond delay="0"/>
                        </p:stCondLst>
                      </p:cTn>
                      <p:tgtEl>
                        <p:spTgt spid="251"/>
                      </p:tgtEl>
                    </p:cBhvr>
                  </p:animEffect>
                </p:childTnLst>
              </p:cTn>
              <p:cTn id="152" dur="400" fill="hold">
                <p:stCondLst>
                  <p:cond delay="400"/>
                </p:stCondLst>
                <p:childTnLst>
                  <p:animEffect transition="in" filter="fade">
                    <p:cBhvr>
                      <p:cTn id="252" dur="400" fill="hold">
                        <p:stCondLst>
                          <p:cond delay="0"/>
                        </p:stCondLst>
                      </p:cTn>
                      <p:tgtEl>
                        <p:spTgt spid="252"/>
                      </p:tgtEl>
                    </p:cBhvr>
                  </p:animEffect>
                </p:childTnLst>
              </p:cTn>
              <p:cTn id="153" dur="500" fill="hold">
                <p:stCondLst>
                  <p:cond delay="200"/>
                </p:stCondLst>
                <p:childTnLst>
                  <p:animEffect transition="in" filter="zoomIn">
                    <p:cBhvr>
                      <p:cTn id="253" dur="500" fill="hold">
                        <p:stCondLst>
                          <p:cond delay="0"/>
                        </p:stCondLst>
                      </p:cTn>
                      <p:tgtEl>
                        <p:spTgt spid="253"/>
                      </p:tgtEl>
                    </p:cBhvr>
                  </p:animEffect>
                </p:childTnLst>
              </p:cTn>
              <p:cTn id="154" dur="500" fill="hold">
                <p:stCondLst>
                  <p:cond delay="300"/>
                </p:stCondLst>
                <p:childTnLst>
                  <p:animEffect transition="in" filter="fade">
                    <p:cBhvr>
                      <p:cTn id="254" dur="500" fill="hold">
                        <p:stCondLst>
                          <p:cond delay="0"/>
                        </p:stCondLst>
                      </p:cTn>
                      <p:tgtEl>
                        <p:spTgt spid="254"/>
                      </p:tgtEl>
                    </p:cBhvr>
                  </p:animEffect>
                </p:childTnLst>
              </p:cTn>
              <p:cTn id="155" dur="500" fill="hold">
                <p:stCondLst>
                  <p:cond delay="400"/>
                </p:stCondLst>
                <p:childTnLst>
                  <p:animEffect transition="in" filter="fade">
                    <p:cBhvr>
                      <p:cTn id="255" dur="500" fill="hold">
                        <p:stCondLst>
                          <p:cond delay="0"/>
                        </p:stCondLst>
                      </p:cTn>
                      <p:tgtEl>
                        <p:spTgt spid="255"/>
                      </p:tgtEl>
                    </p:cBhvr>
                  </p:animEffect>
                </p:childTnLst>
              </p:cTn>
              <p:cTn id="156" dur="500" fill="hold">
                <p:stCondLst>
                  <p:cond delay="400"/>
                </p:stCondLst>
                <p:childTnLst>
                  <p:animEffect transition="in" filter="zoomIn">
                    <p:cBhvr>
                      <p:cTn id="256" dur="500" fill="hold">
                        <p:stCondLst>
                          <p:cond delay="0"/>
                        </p:stCondLst>
                      </p:cTn>
                      <p:tgtEl>
                        <p:spTgt spid="256"/>
                      </p:tgtEl>
                    </p:cBhvr>
                  </p:animEffect>
                </p:childTnLst>
              </p:cTn>
              <p:cTn id="157" dur="500" fill="hold">
                <p:stCondLst>
                  <p:cond delay="500"/>
                </p:stCondLst>
                <p:childTnLst>
                  <p:animEffect transition="in" filter="fade">
                    <p:cBhvr>
                      <p:cTn id="257" dur="500" fill="hold">
                        <p:stCondLst>
                          <p:cond delay="0"/>
                        </p:stCondLst>
                      </p:cTn>
                      <p:tgtEl>
                        <p:spTgt spid="257"/>
                      </p:tgtEl>
                    </p:cBhvr>
                  </p:animEffect>
                </p:childTnLst>
              </p:cTn>
              <p:cTn id="158" dur="500" fill="hold">
                <p:stCondLst>
                  <p:cond delay="600"/>
                </p:stCondLst>
                <p:childTnLst>
                  <p:animEffect transition="in" filter="fade">
                    <p:cBhvr>
                      <p:cTn id="258" dur="500" fill="hold">
                        <p:stCondLst>
                          <p:cond delay="0"/>
                        </p:stCondLst>
                      </p:cTn>
                      <p:tgtEl>
                        <p:spTgt spid="258"/>
                      </p:tgtEl>
                    </p:cBhvr>
                  </p:animEffect>
                </p:childTnLst>
              </p:cTn>
              <p:cTn id="159" dur="500" fill="hold">
                <p:stCondLst>
                  <p:cond delay="600"/>
                </p:stCondLst>
                <p:childTnLst>
                  <p:animEffect transition="in" filter="zoomIn">
                    <p:cBhvr>
                      <p:cTn id="259" dur="500" fill="hold">
                        <p:stCondLst>
                          <p:cond delay="0"/>
                        </p:stCondLst>
                      </p:cTn>
                      <p:tgtEl>
                        <p:spTgt spid="259"/>
                      </p:tgtEl>
                    </p:cBhvr>
                  </p:animEffect>
                </p:childTnLst>
              </p:cTn>
              <p:cTn id="160" dur="500" fill="hold">
                <p:stCondLst>
                  <p:cond delay="700"/>
                </p:stCondLst>
                <p:childTnLst>
                  <p:animEffect transition="in" filter="fade">
                    <p:cBhvr>
                      <p:cTn id="260" dur="500" fill="hold">
                        <p:stCondLst>
                          <p:cond delay="0"/>
                        </p:stCondLst>
                      </p:cTn>
                      <p:tgtEl>
                        <p:spTgt spid="260"/>
                      </p:tgtEl>
                    </p:cBhvr>
                  </p:animEffect>
                </p:childTnLst>
              </p:cTn>
              <p:cTn id="161" dur="500" fill="hold">
                <p:stCondLst>
                  <p:cond delay="800"/>
                </p:stCondLst>
                <p:childTnLst>
                  <p:animEffect transition="in" filter="fade">
                    <p:cBhvr>
                      <p:cTn id="261" dur="500" fill="hold">
                        <p:stCondLst>
                          <p:cond delay="0"/>
                        </p:stCondLst>
                      </p:cTn>
                      <p:tgtEl>
                        <p:spTgt spid="261"/>
                      </p:tgtEl>
                    </p:cBhvr>
                  </p:animEffect>
                </p:childTnLst>
              </p:cTn>
              <p:cTn id="162" dur="500" fill="hold">
                <p:stCondLst>
                  <p:cond delay="800"/>
                </p:stCondLst>
                <p:childTnLst>
                  <p:animEffect transition="in" filter="zoomIn">
                    <p:cBhvr>
                      <p:cTn id="262" dur="500" fill="hold">
                        <p:stCondLst>
                          <p:cond delay="0"/>
                        </p:stCondLst>
                      </p:cTn>
                      <p:tgtEl>
                        <p:spTgt spid="262"/>
                      </p:tgtEl>
                    </p:cBhvr>
                  </p:animEffect>
                </p:childTnLst>
              </p:cTn>
              <p:cTn id="163" dur="500" fill="hold">
                <p:stCondLst>
                  <p:cond delay="900"/>
                </p:stCondLst>
                <p:childTnLst>
                  <p:animEffect transition="in" filter="fade">
                    <p:cBhvr>
                      <p:cTn id="263" dur="500" fill="hold">
                        <p:stCondLst>
                          <p:cond delay="0"/>
                        </p:stCondLst>
                      </p:cTn>
                      <p:tgtEl>
                        <p:spTgt spid="263"/>
                      </p:tgtEl>
                    </p:cBhvr>
                  </p:animEffect>
                </p:childTnLst>
              </p:cTn>
              <p:cTn id="164" dur="500" fill="hold">
                <p:stCondLst>
                  <p:cond delay="1000"/>
                </p:stCondLst>
                <p:childTnLst>
                  <p:animEffect transition="in" filter="fade">
                    <p:cBhvr>
                      <p:cTn id="264" dur="500" fill="hold">
                        <p:stCondLst>
                          <p:cond delay="0"/>
                        </p:stCondLst>
                      </p:cTn>
                      <p:tgtEl>
                        <p:spTgt spid="264"/>
                      </p:tgtEl>
                    </p:cBhvr>
                  </p:animEffect>
                </p:childTnLst>
              </p:cTn>
              <p:cTn id="165" dur="500" fill="hold">
                <p:stCondLst>
                  <p:cond delay="1000"/>
                </p:stCondLst>
                <p:childTnLst>
                  <p:animEffect transition="in" filter="zoomIn">
                    <p:cBhvr>
                      <p:cTn id="265" dur="500" fill="hold">
                        <p:stCondLst>
                          <p:cond delay="0"/>
                        </p:stCondLst>
                      </p:cTn>
                      <p:tgtEl>
                        <p:spTgt spid="265"/>
                      </p:tgtEl>
                    </p:cBhvr>
                  </p:animEffect>
                </p:childTnLst>
              </p:cTn>
              <p:cTn id="166" dur="500" fill="hold">
                <p:stCondLst>
                  <p:cond delay="1100"/>
                </p:stCondLst>
                <p:childTnLst>
                  <p:animEffect transition="in" filter="fade">
                    <p:cBhvr>
                      <p:cTn id="266" dur="500" fill="hold">
                        <p:stCondLst>
                          <p:cond delay="0"/>
                        </p:stCondLst>
                      </p:cTn>
                      <p:tgtEl>
                        <p:spTgt spid="266"/>
                      </p:tgtEl>
                    </p:cBhvr>
                  </p:animEffect>
                </p:childTnLst>
              </p:cTn>
              <p:cTn id="167" dur="500" fill="hold">
                <p:stCondLst>
                  <p:cond delay="1200"/>
                </p:stCondLst>
                <p:childTnLst>
                  <p:animEffect transition="in" filter="fade">
                    <p:cBhvr>
                      <p:cTn id="267" dur="500" fill="hold">
                        <p:stCondLst>
                          <p:cond delay="0"/>
                        </p:stCondLst>
                      </p:cTn>
                      <p:tgtEl>
                        <p:spTgt spid="267"/>
                      </p:tgtEl>
                    </p:cBhvr>
                  </p:animEffect>
                </p:childTnLst>
              </p:cTn>
              <p:cTn id="168" dur="400" fill="hold">
                <p:stCondLst>
                  <p:cond delay="400"/>
                </p:stCondLst>
                <p:childTnLst>
                  <p:animEffect transition="in" filter="fade">
                    <p:cBhvr>
                      <p:cTn id="268" dur="400" fill="hold">
                        <p:stCondLst>
                          <p:cond delay="0"/>
                        </p:stCondLst>
                      </p:cTn>
                      <p:tgtEl>
                        <p:spTgt spid="268"/>
                      </p:tgtEl>
                    </p:cBhvr>
                  </p:animEffect>
                </p:childTnLst>
              </p:cTn>
              <p:cTn id="169" dur="400" fill="hold">
                <p:stCondLst>
                  <p:cond delay="600"/>
                </p:stCondLst>
                <p:childTnLst>
                  <p:animEffect transition="in" filter="fade">
                    <p:cBhvr>
                      <p:cTn id="269" dur="400" fill="hold">
                        <p:stCondLst>
                          <p:cond delay="0"/>
                        </p:stCondLst>
                      </p:cTn>
                      <p:tgtEl>
                        <p:spTgt spid="269"/>
                      </p:tgtEl>
                    </p:cBhvr>
                  </p:animEffect>
                </p:childTnLst>
              </p:cTn>
              <p:cTn id="170" dur="400" fill="hold">
                <p:stCondLst>
                  <p:cond delay="800"/>
                </p:stCondLst>
                <p:childTnLst>
                  <p:animEffect transition="in" filter="fade">
                    <p:cBhvr>
                      <p:cTn id="270" dur="400" fill="hold">
                        <p:stCondLst>
                          <p:cond delay="0"/>
                        </p:stCondLst>
                      </p:cTn>
                      <p:tgtEl>
                        <p:spTgt spid="270"/>
                      </p:tgtEl>
                    </p:cBhvr>
                  </p:animEffect>
                </p:childTnLst>
              </p:cTn>
              <p:cTn id="171" dur="400" fill="hold">
                <p:stCondLst>
                  <p:cond delay="1000"/>
                </p:stCondLst>
                <p:childTnLst>
                  <p:animEffect transition="in" filter="fade">
                    <p:cBhvr>
                      <p:cTn id="271" dur="400" fill="hold">
                        <p:stCondLst>
                          <p:cond delay="0"/>
                        </p:stCondLst>
                      </p:cTn>
                      <p:tgtEl>
                        <p:spTgt spid="271"/>
                      </p:tgtEl>
                    </p:cBhvr>
                  </p:animEffect>
                </p:childTnLst>
              </p:cTn>
              <p:cTn id="172" dur="500" fill="hold">
                <p:stCondLst>
                  <p:cond delay="1200"/>
                </p:stCondLst>
                <p:childTnLst>
                  <p:animEffect transition="in" filter="fade">
                    <p:cBhvr>
                      <p:cTn id="272" dur="500" fill="hold">
                        <p:stCondLst>
                          <p:cond delay="0"/>
                        </p:stCondLst>
                      </p:cTn>
                      <p:tgtEl>
                        <p:spTgt spid="272"/>
                      </p:tgtEl>
                    </p:cBhvr>
                  </p:animEffect>
                </p:childTnLst>
              </p:cTn>
              <p:cTn id="173" dur="500" fill="hold">
                <p:stCondLst>
                  <p:cond delay="1300"/>
                </p:stCondLst>
                <p:childTnLst>
                  <p:animEffect transition="in" filter="fade">
                    <p:cBhvr>
                      <p:cTn id="273" dur="500" fill="hold">
                        <p:stCondLst>
                          <p:cond delay="0"/>
                        </p:stCondLst>
                      </p:cTn>
                      <p:tgtEl>
                        <p:spTgt spid="273"/>
                      </p:tgtEl>
                    </p:cBhvr>
                  </p:animEffect>
                </p:childTnLst>
              </p:cTn>
              <p:cTn id="174" dur="500" fill="hold">
                <p:stCondLst>
                  <p:cond delay="1500"/>
                </p:stCondLst>
                <p:childTnLst>
                  <p:animEffect transition="in" filter="fade">
                    <p:cBhvr>
                      <p:cTn id="274" dur="500" fill="hold">
                        <p:stCondLst>
                          <p:cond delay="0"/>
                        </p:stCondLst>
                      </p:cTn>
                      <p:tgtEl>
                        <p:spTgt spid="274"/>
                      </p:tgtEl>
                    </p:cBhvr>
                  </p:animEffect>
                </p:childTnLst>
              </p:cTn>
              <p:cTn id="175" dur="500" fill="hold">
                <p:stCondLst>
                  <p:cond delay="1700"/>
                </p:stCondLst>
                <p:childTnLst>
                  <p:animEffect transition="in" filter="fade">
                    <p:cBhvr>
                      <p:cTn id="275" dur="500" fill="hold">
                        <p:stCondLst>
                          <p:cond delay="0"/>
                        </p:stCondLst>
                      </p:cTn>
                      <p:tgtEl>
                        <p:spTgt spid="275"/>
                      </p:tgtEl>
                    </p:cBhvr>
                  </p:animEffect>
                </p:childTnLst>
              </p:cTn>
              <p:cTn id="176" dur="500" fill="hold">
                <p:stCondLst>
                  <p:cond delay="1900"/>
                </p:stCondLst>
                <p:childTnLst>
                  <p:animEffect transition="in" filter="fade">
                    <p:cBhvr>
                      <p:cTn id="276" dur="500" fill="hold">
                        <p:stCondLst>
                          <p:cond delay="0"/>
                        </p:stCondLst>
                      </p:cTn>
                      <p:tgtEl>
                        <p:spTgt spid="276"/>
                      </p:tgtEl>
                    </p:cBhvr>
                  </p:animEffect>
                </p:childTnLst>
              </p:cTn>
            </p:seq>
          </p:childTnLst>
        </p:cTn>
      </p:par>
    </p:tnLst>
  </p:timing>
  <p:transition dur="500ms" type="fade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"/>
              </a:defRPr>
            </a:pPr>
            <a:r>
              <a:t>Promotions &amp; Offres Groupées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Boostez vos ventes avec des remises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ounded Rectangle 280"/>
          <p:cNvSpPr/>
          <p:nvPr/>
        </p:nvSpPr>
        <p:spPr>
          <a:xfrm>
            <a:off x="731520" y="1554480"/>
            <a:ext cx="10698480" cy="8686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914400" y="1645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🏷️  Offres groupées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914400" y="1965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Proposez des packs de produits à prix réduit. Exemple : "Achetez le pantalon + la chemise = -20%"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731520" y="2651760"/>
            <a:ext cx="10698480" cy="8686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914400" y="2743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📦  Réductions quantité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914400" y="3063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Plus le client achète, moins il paie. Exemple : "-10% dès 2 articles, -20% dès 5"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731520" y="3749039"/>
            <a:ext cx="10698480" cy="8686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914400" y="384047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💯  Types de remise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914400" y="4160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Pourcentage (ex: -15%) ou montant fixe (ex: -2000 XOF)</a:t>
            </a:r>
          </a:p>
        </p:txBody>
      </p:sp>
      <p:sp>
        <p:nvSpPr>
          <p:cNvPr id="290" name="Rounded Rectangle 289"/>
          <p:cNvSpPr/>
          <p:nvPr/>
        </p:nvSpPr>
        <p:spPr>
          <a:xfrm>
            <a:off x="731520" y="4846320"/>
            <a:ext cx="10698480" cy="8686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914400" y="493775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🎯  Ciblage produit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914400" y="5257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L'offre s'applique uniquement aux produits sélectionnés dans votre catalogue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💡  Les offres sont affichées directement sur la page produit pour inciter à l'achat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0" nextAc="seek">
              <p:cTn id="177" dur="400" fill="hold">
                <p:stCondLst>
                  <p:cond delay="0"/>
                </p:stCondLst>
                <p:childTnLst>
                  <p:animEffect transition="in" filter="fade">
                    <p:cBhvr>
                      <p:cTn id="277" dur="400" fill="hold">
                        <p:stCondLst>
                          <p:cond delay="0"/>
                        </p:stCondLst>
                      </p:cTn>
                      <p:tgtEl>
                        <p:spTgt spid="3"/>
                      </p:tgtEl>
                    </p:cBhvr>
                  </p:animEffect>
                </p:childTnLst>
              </p:cTn>
              <p:cTn id="178" dur="500" fill="hold">
                <p:stCondLst>
                  <p:cond delay="150"/>
                </p:stCondLst>
                <p:childTnLst>
                  <p:animEffect transition="in" filter="flyInLeft">
                    <p:cBhvr>
                      <p:cTn id="278" dur="500" fill="hold">
                        <p:stCondLst>
                          <p:cond delay="0"/>
                        </p:stCondLst>
                      </p:cTn>
                      <p:tgtEl>
                        <p:spTgt spid="278"/>
                      </p:tgtEl>
                    </p:cBhvr>
                  </p:animEffect>
                </p:childTnLst>
              </p:cTn>
              <p:cTn id="179" dur="500" fill="hold">
                <p:stCondLst>
                  <p:cond delay="300"/>
                </p:stCondLst>
                <p:childTnLst>
                  <p:animEffect transition="in" filter="fade">
                    <p:cBhvr>
                      <p:cTn id="279" dur="500" fill="hold">
                        <p:stCondLst>
                          <p:cond delay="0"/>
                        </p:stCondLst>
                      </p:cTn>
                      <p:tgtEl>
                        <p:spTgt spid="279"/>
                      </p:tgtEl>
                    </p:cBhvr>
                  </p:animEffect>
                </p:childTnLst>
              </p:cTn>
              <p:cTn id="180" dur="400" fill="hold">
                <p:stCondLst>
                  <p:cond delay="400"/>
                </p:stCondLst>
                <p:childTnLst>
                  <p:animEffect transition="in" filter="fade">
                    <p:cBhvr>
                      <p:cTn id="280" dur="400" fill="hold">
                        <p:stCondLst>
                          <p:cond delay="0"/>
                        </p:stCondLst>
                      </p:cTn>
                      <p:tgtEl>
                        <p:spTgt spid="280"/>
                      </p:tgtEl>
                    </p:cBhvr>
                  </p:animEffect>
                </p:childTnLst>
              </p:cTn>
              <p:cTn id="181" dur="500" fill="hold">
                <p:stCondLst>
                  <p:cond delay="300"/>
                </p:stCondLst>
                <p:childTnLst>
                  <p:animEffect transition="in" filter="flyInLeft">
                    <p:cBhvr>
                      <p:cTn id="281" dur="500" fill="hold">
                        <p:stCondLst>
                          <p:cond delay="0"/>
                        </p:stCondLst>
                      </p:cTn>
                      <p:tgtEl>
                        <p:spTgt spid="281"/>
                      </p:tgtEl>
                    </p:cBhvr>
                  </p:animEffect>
                </p:childTnLst>
              </p:cTn>
              <p:cTn id="182" dur="500" fill="hold">
                <p:stCondLst>
                  <p:cond delay="400"/>
                </p:stCondLst>
                <p:childTnLst>
                  <p:animEffect transition="in" filter="fade">
                    <p:cBhvr>
                      <p:cTn id="282" dur="500" fill="hold">
                        <p:stCondLst>
                          <p:cond delay="0"/>
                        </p:stCondLst>
                      </p:cTn>
                      <p:tgtEl>
                        <p:spTgt spid="282"/>
                      </p:tgtEl>
                    </p:cBhvr>
                  </p:animEffect>
                </p:childTnLst>
              </p:cTn>
              <p:cTn id="183" dur="500" fill="hold">
                <p:stCondLst>
                  <p:cond delay="500"/>
                </p:stCondLst>
                <p:childTnLst>
                  <p:animEffect transition="in" filter="fade">
                    <p:cBhvr>
                      <p:cTn id="283" dur="500" fill="hold">
                        <p:stCondLst>
                          <p:cond delay="0"/>
                        </p:stCondLst>
                      </p:cTn>
                      <p:tgtEl>
                        <p:spTgt spid="283"/>
                      </p:tgtEl>
                    </p:cBhvr>
                  </p:animEffect>
                </p:childTnLst>
              </p:cTn>
              <p:cTn id="184" dur="500" fill="hold">
                <p:stCondLst>
                  <p:cond delay="500"/>
                </p:stCondLst>
                <p:childTnLst>
                  <p:animEffect transition="in" filter="flyInLeft">
                    <p:cBhvr>
                      <p:cTn id="284" dur="500" fill="hold">
                        <p:stCondLst>
                          <p:cond delay="0"/>
                        </p:stCondLst>
                      </p:cTn>
                      <p:tgtEl>
                        <p:spTgt spid="284"/>
                      </p:tgtEl>
                    </p:cBhvr>
                  </p:animEffect>
                </p:childTnLst>
              </p:cTn>
              <p:cTn id="185" dur="500" fill="hold">
                <p:stCondLst>
                  <p:cond delay="600"/>
                </p:stCondLst>
                <p:childTnLst>
                  <p:animEffect transition="in" filter="fade">
                    <p:cBhvr>
                      <p:cTn id="285" dur="500" fill="hold">
                        <p:stCondLst>
                          <p:cond delay="0"/>
                        </p:stCondLst>
                      </p:cTn>
                      <p:tgtEl>
                        <p:spTgt spid="285"/>
                      </p:tgtEl>
                    </p:cBhvr>
                  </p:animEffect>
                </p:childTnLst>
              </p:cTn>
              <p:cTn id="186" dur="500" fill="hold">
                <p:stCondLst>
                  <p:cond delay="700"/>
                </p:stCondLst>
                <p:childTnLst>
                  <p:animEffect transition="in" filter="fade">
                    <p:cBhvr>
                      <p:cTn id="286" dur="500" fill="hold">
                        <p:stCondLst>
                          <p:cond delay="0"/>
                        </p:stCondLst>
                      </p:cTn>
                      <p:tgtEl>
                        <p:spTgt spid="286"/>
                      </p:tgtEl>
                    </p:cBhvr>
                  </p:animEffect>
                </p:childTnLst>
              </p:cTn>
              <p:cTn id="187" dur="500" fill="hold">
                <p:stCondLst>
                  <p:cond delay="700"/>
                </p:stCondLst>
                <p:childTnLst>
                  <p:animEffect transition="in" filter="flyInLeft">
                    <p:cBhvr>
                      <p:cTn id="287" dur="500" fill="hold">
                        <p:stCondLst>
                          <p:cond delay="0"/>
                        </p:stCondLst>
                      </p:cTn>
                      <p:tgtEl>
                        <p:spTgt spid="287"/>
                      </p:tgtEl>
                    </p:cBhvr>
                  </p:animEffect>
                </p:childTnLst>
              </p:cTn>
              <p:cTn id="188" dur="500" fill="hold">
                <p:stCondLst>
                  <p:cond delay="800"/>
                </p:stCondLst>
                <p:childTnLst>
                  <p:animEffect transition="in" filter="fade">
                    <p:cBhvr>
                      <p:cTn id="288" dur="500" fill="hold">
                        <p:stCondLst>
                          <p:cond delay="0"/>
                        </p:stCondLst>
                      </p:cTn>
                      <p:tgtEl>
                        <p:spTgt spid="288"/>
                      </p:tgtEl>
                    </p:cBhvr>
                  </p:animEffect>
                </p:childTnLst>
              </p:cTn>
              <p:cTn id="189" dur="500" fill="hold">
                <p:stCondLst>
                  <p:cond delay="900"/>
                </p:stCondLst>
                <p:childTnLst>
                  <p:animEffect transition="in" filter="fade">
                    <p:cBhvr>
                      <p:cTn id="289" dur="500" fill="hold">
                        <p:stCondLst>
                          <p:cond delay="0"/>
                        </p:stCondLst>
                      </p:cTn>
                      <p:tgtEl>
                        <p:spTgt spid="289"/>
                      </p:tgtEl>
                    </p:cBhvr>
                  </p:animEffect>
                </p:childTnLst>
              </p:cTn>
              <p:cTn id="190" dur="500" fill="hold">
                <p:stCondLst>
                  <p:cond delay="900"/>
                </p:stCondLst>
                <p:childTnLst>
                  <p:animEffect transition="in" filter="flyInLeft">
                    <p:cBhvr>
                      <p:cTn id="290" dur="500" fill="hold">
                        <p:stCondLst>
                          <p:cond delay="0"/>
                        </p:stCondLst>
                      </p:cTn>
                      <p:tgtEl>
                        <p:spTgt spid="290"/>
                      </p:tgtEl>
                    </p:cBhvr>
                  </p:animEffect>
                </p:childTnLst>
              </p:cTn>
              <p:cTn id="191" dur="500" fill="hold">
                <p:stCondLst>
                  <p:cond delay="1000"/>
                </p:stCondLst>
                <p:childTnLst>
                  <p:animEffect transition="in" filter="fade">
                    <p:cBhvr>
                      <p:cTn id="291" dur="500" fill="hold">
                        <p:stCondLst>
                          <p:cond delay="0"/>
                        </p:stCondLst>
                      </p:cTn>
                      <p:tgtEl>
                        <p:spTgt spid="291"/>
                      </p:tgtEl>
                    </p:cBhvr>
                  </p:animEffect>
                </p:childTnLst>
              </p:cTn>
              <p:cTn id="192" dur="500" fill="hold">
                <p:stCondLst>
                  <p:cond delay="1100"/>
                </p:stCondLst>
                <p:childTnLst>
                  <p:animEffect transition="in" filter="fade">
                    <p:cBhvr>
                      <p:cTn id="292" dur="500" fill="hold">
                        <p:stCondLst>
                          <p:cond delay="0"/>
                        </p:stCondLst>
                      </p:cTn>
                      <p:tgtEl>
                        <p:spTgt spid="292"/>
                      </p:tgtEl>
                    </p:cBhvr>
                  </p:animEffect>
                </p:childTnLst>
              </p:cTn>
              <p:cTn id="193" dur="500" fill="hold">
                <p:stCondLst>
                  <p:cond delay="1200"/>
                </p:stCondLst>
                <p:childTnLst>
                  <p:animEffect transition="in" filter="fade">
                    <p:cBhvr>
                      <p:cTn id="293" dur="500" fill="hold">
                        <p:stCondLst>
                          <p:cond delay="0"/>
                        </p:stCondLst>
                      </p:cTn>
                      <p:tgtEl>
                        <p:spTgt spid="293"/>
                      </p:tgtEl>
                    </p:cBhvr>
                  </p:animEffect>
                </p:childTnLst>
              </p:cTn>
            </p:seq>
          </p:childTnLst>
        </p:cTn>
      </p:par>
    </p:tnLst>
  </p:timing>
  <p:transition dur="500ms" type="fade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"/>
              </a:defRPr>
            </a:pPr>
            <a:r>
              <a:t>Intégrations &amp; Connecteurs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731520" y="1005840"/>
            <a:ext cx="2286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ounded Rectangle 296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822960" y="1554480"/>
            <a:ext cx="73152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109728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📊  Google Sheets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1097280" y="1874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Exportez automatiquement toutes vos commandes</a:t>
            </a:r>
            <a:br/>
            <a:r>
              <a:t>vers Google Sheets. Plus besoin de saisir manuellement</a:t>
            </a:r>
            <a:br/>
            <a:r>
              <a:t>les commandes dans un tableur.</a:t>
            </a:r>
          </a:p>
        </p:txBody>
      </p:sp>
      <p:sp>
        <p:nvSpPr>
          <p:cNvPr id="301" name="Rounded Rectangle 300"/>
          <p:cNvSpPr/>
          <p:nvPr/>
        </p:nvSpPr>
        <p:spPr>
          <a:xfrm>
            <a:off x="731520" y="2697480"/>
            <a:ext cx="10698480" cy="10515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22960" y="2788920"/>
            <a:ext cx="73152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109728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📱  Facebook / Instagram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09728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Connectez votre catalogue produit à Facebook Shop.</a:t>
            </a:r>
            <a:br/>
            <a:r>
              <a:t>Suivez vos publicités et vos ventes avec le Pixel Meta</a:t>
            </a:r>
            <a:br/>
            <a:r>
              <a:t>et le suivi serveur (CAPI).</a:t>
            </a:r>
          </a:p>
        </p:txBody>
      </p:sp>
      <p:sp>
        <p:nvSpPr>
          <p:cNvPr id="305" name="Rounded Rectangle 304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822960" y="4023360"/>
            <a:ext cx="73152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109728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🔄  Import Shopify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1097280" y="4343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Vous venez de Shopify ? Importez votre thème et</a:t>
            </a:r>
            <a:br/>
            <a:r>
              <a:t>vos réglages en un clic. Migration facilitée.</a:t>
            </a:r>
          </a:p>
        </p:txBody>
      </p:sp>
      <p:sp>
        <p:nvSpPr>
          <p:cNvPr id="309" name="Rounded Rectangle 308"/>
          <p:cNvSpPr/>
          <p:nvPr/>
        </p:nvSpPr>
        <p:spPr>
          <a:xfrm>
            <a:off x="731520" y="5166360"/>
            <a:ext cx="10698480" cy="10515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822960" y="5257800"/>
            <a:ext cx="73152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109728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📣  Notifications push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097280" y="5577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Recevez une notification sur votre téléphone à</a:t>
            </a:r>
            <a:br/>
            <a:r>
              <a:t>chaque nouvelle commande. Ne ratez aucune vente.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0" nextAc="seek">
              <p:cTn id="194" dur="400" fill="hold">
                <p:stCondLst>
                  <p:cond delay="0"/>
                </p:stCondLst>
                <p:childTnLst>
                  <p:animEffect transition="in" filter="fade">
                    <p:cBhvr>
                      <p:cTn id="294" dur="400" fill="hold">
                        <p:stCondLst>
                          <p:cond delay="0"/>
                        </p:stCondLst>
                      </p:cTn>
                      <p:tgtEl>
                        <p:spTgt spid="3"/>
                      </p:tgtEl>
                    </p:cBhvr>
                  </p:animEffect>
                </p:childTnLst>
              </p:cTn>
              <p:cTn id="195" dur="500" fill="hold">
                <p:stCondLst>
                  <p:cond delay="150"/>
                </p:stCondLst>
                <p:childTnLst>
                  <p:animEffect transition="in" filter="flyInLeft">
                    <p:cBhvr>
                      <p:cTn id="295" dur="500" fill="hold">
                        <p:stCondLst>
                          <p:cond delay="0"/>
                        </p:stCondLst>
                      </p:cTn>
                      <p:tgtEl>
                        <p:spTgt spid="295"/>
                      </p:tgtEl>
                    </p:cBhvr>
                  </p:animEffect>
                </p:childTnLst>
              </p:cTn>
              <p:cTn id="196" dur="400" fill="hold">
                <p:stCondLst>
                  <p:cond delay="400"/>
                </p:stCondLst>
                <p:childTnLst>
                  <p:animEffect transition="in" filter="fade">
                    <p:cBhvr>
                      <p:cTn id="296" dur="400" fill="hold">
                        <p:stCondLst>
                          <p:cond delay="0"/>
                        </p:stCondLst>
                      </p:cTn>
                      <p:tgtEl>
                        <p:spTgt spid="296"/>
                      </p:tgtEl>
                    </p:cBhvr>
                  </p:animEffect>
                </p:childTnLst>
              </p:cTn>
              <p:cTn id="197" dur="500" fill="hold">
                <p:stCondLst>
                  <p:cond delay="200"/>
                </p:stCondLst>
                <p:childTnLst>
                  <p:animEffect transition="in" filter="flyInLeft">
                    <p:cBhvr>
                      <p:cTn id="297" dur="500" fill="hold">
                        <p:stCondLst>
                          <p:cond delay="0"/>
                        </p:stCondLst>
                      </p:cTn>
                      <p:tgtEl>
                        <p:spTgt spid="297"/>
                      </p:tgtEl>
                    </p:cBhvr>
                  </p:animEffect>
                </p:childTnLst>
              </p:cTn>
              <p:cTn id="198" dur="300" fill="hold">
                <p:stCondLst>
                  <p:cond delay="250"/>
                </p:stCondLst>
                <p:childTnLst>
                  <p:animEffect transition="in" filter="fade">
                    <p:cBhvr>
                      <p:cTn id="298" dur="300" fill="hold">
                        <p:stCondLst>
                          <p:cond delay="0"/>
                        </p:stCondLst>
                      </p:cTn>
                      <p:tgtEl>
                        <p:spTgt spid="298"/>
                      </p:tgtEl>
                    </p:cBhvr>
                  </p:animEffect>
                </p:childTnLst>
              </p:cTn>
              <p:cTn id="199" dur="500" fill="hold">
                <p:stCondLst>
                  <p:cond delay="300"/>
                </p:stCondLst>
                <p:childTnLst>
                  <p:animEffect transition="in" filter="fade">
                    <p:cBhvr>
                      <p:cTn id="299" dur="500" fill="hold">
                        <p:stCondLst>
                          <p:cond delay="0"/>
                        </p:stCondLst>
                      </p:cTn>
                      <p:tgtEl>
                        <p:spTgt spid="299"/>
                      </p:tgtEl>
                    </p:cBhvr>
                  </p:animEffect>
                </p:childTnLst>
              </p:cTn>
              <p:cTn id="200" dur="500" fill="hold">
                <p:stCondLst>
                  <p:cond delay="400"/>
                </p:stCondLst>
                <p:childTnLst>
                  <p:animEffect transition="in" filter="fade">
                    <p:cBhvr>
                      <p:cTn id="300" dur="500" fill="hold">
                        <p:stCondLst>
                          <p:cond delay="0"/>
                        </p:stCondLst>
                      </p:cTn>
                      <p:tgtEl>
                        <p:spTgt spid="300"/>
                      </p:tgtEl>
                    </p:cBhvr>
                  </p:animEffect>
                </p:childTnLst>
              </p:cTn>
              <p:cTn id="201" dur="500" fill="hold">
                <p:stCondLst>
                  <p:cond delay="400"/>
                </p:stCondLst>
                <p:childTnLst>
                  <p:animEffect transition="in" filter="flyInLeft">
                    <p:cBhvr>
                      <p:cTn id="301" dur="500" fill="hold">
                        <p:stCondLst>
                          <p:cond delay="0"/>
                        </p:stCondLst>
                      </p:cTn>
                      <p:tgtEl>
                        <p:spTgt spid="301"/>
                      </p:tgtEl>
                    </p:cBhvr>
                  </p:animEffect>
                </p:childTnLst>
              </p:cTn>
              <p:cTn id="202" dur="300" fill="hold">
                <p:stCondLst>
                  <p:cond delay="450"/>
                </p:stCondLst>
                <p:childTnLst>
                  <p:animEffect transition="in" filter="fade">
                    <p:cBhvr>
                      <p:cTn id="302" dur="300" fill="hold">
                        <p:stCondLst>
                          <p:cond delay="0"/>
                        </p:stCondLst>
                      </p:cTn>
                      <p:tgtEl>
                        <p:spTgt spid="302"/>
                      </p:tgtEl>
                    </p:cBhvr>
                  </p:animEffect>
                </p:childTnLst>
              </p:cTn>
              <p:cTn id="203" dur="500" fill="hold">
                <p:stCondLst>
                  <p:cond delay="500"/>
                </p:stCondLst>
                <p:childTnLst>
                  <p:animEffect transition="in" filter="fade">
                    <p:cBhvr>
                      <p:cTn id="303" dur="500" fill="hold">
                        <p:stCondLst>
                          <p:cond delay="0"/>
                        </p:stCondLst>
                      </p:cTn>
                      <p:tgtEl>
                        <p:spTgt spid="303"/>
                      </p:tgtEl>
                    </p:cBhvr>
                  </p:animEffect>
                </p:childTnLst>
              </p:cTn>
              <p:cTn id="204" dur="500" fill="hold">
                <p:stCondLst>
                  <p:cond delay="600"/>
                </p:stCondLst>
                <p:childTnLst>
                  <p:animEffect transition="in" filter="fade">
                    <p:cBhvr>
                      <p:cTn id="304" dur="500" fill="hold">
                        <p:stCondLst>
                          <p:cond delay="0"/>
                        </p:stCondLst>
                      </p:cTn>
                      <p:tgtEl>
                        <p:spTgt spid="304"/>
                      </p:tgtEl>
                    </p:cBhvr>
                  </p:animEffect>
                </p:childTnLst>
              </p:cTn>
              <p:cTn id="205" dur="500" fill="hold">
                <p:stCondLst>
                  <p:cond delay="600"/>
                </p:stCondLst>
                <p:childTnLst>
                  <p:animEffect transition="in" filter="flyInLeft">
                    <p:cBhvr>
                      <p:cTn id="305" dur="500" fill="hold">
                        <p:stCondLst>
                          <p:cond delay="0"/>
                        </p:stCondLst>
                      </p:cTn>
                      <p:tgtEl>
                        <p:spTgt spid="305"/>
                      </p:tgtEl>
                    </p:cBhvr>
                  </p:animEffect>
                </p:childTnLst>
              </p:cTn>
              <p:cTn id="206" dur="300" fill="hold">
                <p:stCondLst>
                  <p:cond delay="650"/>
                </p:stCondLst>
                <p:childTnLst>
                  <p:animEffect transition="in" filter="fade">
                    <p:cBhvr>
                      <p:cTn id="306" dur="300" fill="hold">
                        <p:stCondLst>
                          <p:cond delay="0"/>
                        </p:stCondLst>
                      </p:cTn>
                      <p:tgtEl>
                        <p:spTgt spid="306"/>
                      </p:tgtEl>
                    </p:cBhvr>
                  </p:animEffect>
                </p:childTnLst>
              </p:cTn>
              <p:cTn id="207" dur="500" fill="hold">
                <p:stCondLst>
                  <p:cond delay="700"/>
                </p:stCondLst>
                <p:childTnLst>
                  <p:animEffect transition="in" filter="fade">
                    <p:cBhvr>
                      <p:cTn id="307" dur="500" fill="hold">
                        <p:stCondLst>
                          <p:cond delay="0"/>
                        </p:stCondLst>
                      </p:cTn>
                      <p:tgtEl>
                        <p:spTgt spid="307"/>
                      </p:tgtEl>
                    </p:cBhvr>
                  </p:animEffect>
                </p:childTnLst>
              </p:cTn>
              <p:cTn id="208" dur="500" fill="hold">
                <p:stCondLst>
                  <p:cond delay="800"/>
                </p:stCondLst>
                <p:childTnLst>
                  <p:animEffect transition="in" filter="fade">
                    <p:cBhvr>
                      <p:cTn id="308" dur="500" fill="hold">
                        <p:stCondLst>
                          <p:cond delay="0"/>
                        </p:stCondLst>
                      </p:cTn>
                      <p:tgtEl>
                        <p:spTgt spid="308"/>
                      </p:tgtEl>
                    </p:cBhvr>
                  </p:animEffect>
                </p:childTnLst>
              </p:cTn>
              <p:cTn id="209" dur="500" fill="hold">
                <p:stCondLst>
                  <p:cond delay="800"/>
                </p:stCondLst>
                <p:childTnLst>
                  <p:animEffect transition="in" filter="flyInLeft">
                    <p:cBhvr>
                      <p:cTn id="309" dur="500" fill="hold">
                        <p:stCondLst>
                          <p:cond delay="0"/>
                        </p:stCondLst>
                      </p:cTn>
                      <p:tgtEl>
                        <p:spTgt spid="309"/>
                      </p:tgtEl>
                    </p:cBhvr>
                  </p:animEffect>
                </p:childTnLst>
              </p:cTn>
              <p:cTn id="210" dur="300" fill="hold">
                <p:stCondLst>
                  <p:cond delay="850"/>
                </p:stCondLst>
                <p:childTnLst>
                  <p:animEffect transition="in" filter="fade">
                    <p:cBhvr>
                      <p:cTn id="310" dur="300" fill="hold">
                        <p:stCondLst>
                          <p:cond delay="0"/>
                        </p:stCondLst>
                      </p:cTn>
                      <p:tgtEl>
                        <p:spTgt spid="310"/>
                      </p:tgtEl>
                    </p:cBhvr>
                  </p:animEffect>
                </p:childTnLst>
              </p:cTn>
              <p:cTn id="211" dur="500" fill="hold">
                <p:stCondLst>
                  <p:cond delay="900"/>
                </p:stCondLst>
                <p:childTnLst>
                  <p:animEffect transition="in" filter="fade">
                    <p:cBhvr>
                      <p:cTn id="311" dur="500" fill="hold">
                        <p:stCondLst>
                          <p:cond delay="0"/>
                        </p:stCondLst>
                      </p:cTn>
                      <p:tgtEl>
                        <p:spTgt spid="311"/>
                      </p:tgtEl>
                    </p:cBhvr>
                  </p:animEffect>
                </p:childTnLst>
              </p:cTn>
              <p:cTn id="212" dur="500" fill="hold">
                <p:stCondLst>
                  <p:cond delay="1000"/>
                </p:stCondLst>
                <p:childTnLst>
                  <p:animEffect transition="in" filter="fade">
                    <p:cBhvr>
                      <p:cTn id="312" dur="500" fill="hold">
                        <p:stCondLst>
                          <p:cond delay="0"/>
                        </p:stCondLst>
                      </p:cTn>
                      <p:tgtEl>
                        <p:spTgt spid="312"/>
                      </p:tgtEl>
                    </p:cBhvr>
                  </p:animEffect>
                </p:childTnLst>
              </p:cTn>
            </p:seq>
          </p:childTnLst>
        </p:cTn>
      </p:par>
    </p:tnLst>
  </p:timing>
  <p:transition dur="500ms" type="fade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"/>
              </a:defRPr>
            </a:pPr>
            <a:r>
              <a:t>Application Mobile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Gérez votre boutique depuis votre téléphone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ounded Rectangle 316"/>
          <p:cNvSpPr/>
          <p:nvPr/>
        </p:nvSpPr>
        <p:spPr>
          <a:xfrm>
            <a:off x="548640" y="1645920"/>
            <a:ext cx="2011680" cy="256032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64008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📊  Dashboard mobile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640080" y="23774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Consultez vos ventes</a:t>
            </a:r>
            <a:br/>
            <a:r>
              <a:t>et statistiques</a:t>
            </a:r>
          </a:p>
        </p:txBody>
      </p:sp>
      <p:sp>
        <p:nvSpPr>
          <p:cNvPr id="320" name="Rounded Rectangle 319"/>
          <p:cNvSpPr/>
          <p:nvPr/>
        </p:nvSpPr>
        <p:spPr>
          <a:xfrm>
            <a:off x="2834640" y="1645920"/>
            <a:ext cx="2011680" cy="256032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292608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📦  Produits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2926080" y="23774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Ajoutez et modifiez</a:t>
            </a:r>
            <a:br/>
            <a:r>
              <a:t>vos produits</a:t>
            </a:r>
          </a:p>
        </p:txBody>
      </p:sp>
      <p:sp>
        <p:nvSpPr>
          <p:cNvPr id="323" name="Rounded Rectangle 322"/>
          <p:cNvSpPr/>
          <p:nvPr/>
        </p:nvSpPr>
        <p:spPr>
          <a:xfrm>
            <a:off x="5120640" y="1645920"/>
            <a:ext cx="2011680" cy="256032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5212079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📋  Commandes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5212079" y="23774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Gérez les commandes</a:t>
            </a:r>
            <a:br/>
            <a:r>
              <a:t>en déplacement</a:t>
            </a:r>
          </a:p>
        </p:txBody>
      </p:sp>
      <p:sp>
        <p:nvSpPr>
          <p:cNvPr id="326" name="Rounded Rectangle 325"/>
          <p:cNvSpPr/>
          <p:nvPr/>
        </p:nvSpPr>
        <p:spPr>
          <a:xfrm>
            <a:off x="7406640" y="1645920"/>
            <a:ext cx="2011680" cy="256032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7498079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🔔  Notifications push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7498079" y="23774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Alertes instantanées</a:t>
            </a:r>
            <a:br/>
            <a:r>
              <a:t>nouvelles commandes</a:t>
            </a:r>
          </a:p>
        </p:txBody>
      </p:sp>
      <p:sp>
        <p:nvSpPr>
          <p:cNvPr id="329" name="Rounded Rectangle 328"/>
          <p:cNvSpPr/>
          <p:nvPr/>
        </p:nvSpPr>
        <p:spPr>
          <a:xfrm>
            <a:off x="9692640" y="1645920"/>
            <a:ext cx="2011680" cy="256032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978408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⚙️  Paramètres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9784080" y="23774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Accès rapide aux</a:t>
            </a:r>
            <a:br/>
            <a:r>
              <a:t>réglages</a:t>
            </a:r>
          </a:p>
        </p:txBody>
      </p:sp>
      <p:sp>
        <p:nvSpPr>
          <p:cNvPr id="332" name="Rounded Rectangle 331"/>
          <p:cNvSpPr/>
          <p:nvPr/>
        </p:nvSpPr>
        <p:spPr>
          <a:xfrm>
            <a:off x="731520" y="4572000"/>
            <a:ext cx="1069848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914400" y="46634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1D5DB"/>
                </a:solidFill>
                <a:latin typeface="Calibri"/>
              </a:defRPr>
            </a:pPr>
            <a:r>
              <a:t>📱  Application React Native / Expo — Android &amp; iOS — Notifications push via Expo Notifications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0" nextAc="seek">
              <p:cTn id="213" dur="400" fill="hold">
                <p:stCondLst>
                  <p:cond delay="0"/>
                </p:stCondLst>
                <p:childTnLst>
                  <p:animEffect transition="in" filter="fade">
                    <p:cBhvr>
                      <p:cTn id="313" dur="400" fill="hold">
                        <p:stCondLst>
                          <p:cond delay="0"/>
                        </p:stCondLst>
                      </p:cTn>
                      <p:tgtEl>
                        <p:spTgt spid="3"/>
                      </p:tgtEl>
                    </p:cBhvr>
                  </p:animEffect>
                </p:childTnLst>
              </p:cTn>
              <p:cTn id="214" dur="500" fill="hold">
                <p:stCondLst>
                  <p:cond delay="150"/>
                </p:stCondLst>
                <p:childTnLst>
                  <p:animEffect transition="in" filter="flyInLeft">
                    <p:cBhvr>
                      <p:cTn id="314" dur="500" fill="hold">
                        <p:stCondLst>
                          <p:cond delay="0"/>
                        </p:stCondLst>
                      </p:cTn>
                      <p:tgtEl>
                        <p:spTgt spid="314"/>
                      </p:tgtEl>
                    </p:cBhvr>
                  </p:animEffect>
                </p:childTnLst>
              </p:cTn>
              <p:cTn id="215" dur="500" fill="hold">
                <p:stCondLst>
                  <p:cond delay="300"/>
                </p:stCondLst>
                <p:childTnLst>
                  <p:animEffect transition="in" filter="fade">
                    <p:cBhvr>
                      <p:cTn id="315" dur="500" fill="hold">
                        <p:stCondLst>
                          <p:cond delay="0"/>
                        </p:stCondLst>
                      </p:cTn>
                      <p:tgtEl>
                        <p:spTgt spid="315"/>
                      </p:tgtEl>
                    </p:cBhvr>
                  </p:animEffect>
                </p:childTnLst>
              </p:cTn>
              <p:cTn id="216" dur="400" fill="hold">
                <p:stCondLst>
                  <p:cond delay="400"/>
                </p:stCondLst>
                <p:childTnLst>
                  <p:animEffect transition="in" filter="fade">
                    <p:cBhvr>
                      <p:cTn id="316" dur="400" fill="hold">
                        <p:stCondLst>
                          <p:cond delay="0"/>
                        </p:stCondLst>
                      </p:cTn>
                      <p:tgtEl>
                        <p:spTgt spid="316"/>
                      </p:tgtEl>
                    </p:cBhvr>
                  </p:animEffect>
                </p:childTnLst>
              </p:cTn>
              <p:cTn id="217" dur="500" fill="hold">
                <p:stCondLst>
                  <p:cond delay="200"/>
                </p:stCondLst>
                <p:childTnLst>
                  <p:animEffect transition="in" filter="zoomIn">
                    <p:cBhvr>
                      <p:cTn id="317" dur="500" fill="hold">
                        <p:stCondLst>
                          <p:cond delay="0"/>
                        </p:stCondLst>
                      </p:cTn>
                      <p:tgtEl>
                        <p:spTgt spid="317"/>
                      </p:tgtEl>
                    </p:cBhvr>
                  </p:animEffect>
                </p:childTnLst>
              </p:cTn>
              <p:cTn id="218" dur="500" fill="hold">
                <p:stCondLst>
                  <p:cond delay="300"/>
                </p:stCondLst>
                <p:childTnLst>
                  <p:animEffect transition="in" filter="fade">
                    <p:cBhvr>
                      <p:cTn id="318" dur="500" fill="hold">
                        <p:stCondLst>
                          <p:cond delay="0"/>
                        </p:stCondLst>
                      </p:cTn>
                      <p:tgtEl>
                        <p:spTgt spid="318"/>
                      </p:tgtEl>
                    </p:cBhvr>
                  </p:animEffect>
                </p:childTnLst>
              </p:cTn>
              <p:cTn id="219" dur="500" fill="hold">
                <p:stCondLst>
                  <p:cond delay="400"/>
                </p:stCondLst>
                <p:childTnLst>
                  <p:animEffect transition="in" filter="fade">
                    <p:cBhvr>
                      <p:cTn id="319" dur="500" fill="hold">
                        <p:stCondLst>
                          <p:cond delay="0"/>
                        </p:stCondLst>
                      </p:cTn>
                      <p:tgtEl>
                        <p:spTgt spid="319"/>
                      </p:tgtEl>
                    </p:cBhvr>
                  </p:animEffect>
                </p:childTnLst>
              </p:cTn>
              <p:cTn id="220" dur="500" fill="hold">
                <p:stCondLst>
                  <p:cond delay="400"/>
                </p:stCondLst>
                <p:childTnLst>
                  <p:animEffect transition="in" filter="zoomIn">
                    <p:cBhvr>
                      <p:cTn id="320" dur="500" fill="hold">
                        <p:stCondLst>
                          <p:cond delay="0"/>
                        </p:stCondLst>
                      </p:cTn>
                      <p:tgtEl>
                        <p:spTgt spid="320"/>
                      </p:tgtEl>
                    </p:cBhvr>
                  </p:animEffect>
                </p:childTnLst>
              </p:cTn>
              <p:cTn id="221" dur="500" fill="hold">
                <p:stCondLst>
                  <p:cond delay="500"/>
                </p:stCondLst>
                <p:childTnLst>
                  <p:animEffect transition="in" filter="fade">
                    <p:cBhvr>
                      <p:cTn id="321" dur="500" fill="hold">
                        <p:stCondLst>
                          <p:cond delay="0"/>
                        </p:stCondLst>
                      </p:cTn>
                      <p:tgtEl>
                        <p:spTgt spid="321"/>
                      </p:tgtEl>
                    </p:cBhvr>
                  </p:animEffect>
                </p:childTnLst>
              </p:cTn>
              <p:cTn id="222" dur="500" fill="hold">
                <p:stCondLst>
                  <p:cond delay="600"/>
                </p:stCondLst>
                <p:childTnLst>
                  <p:animEffect transition="in" filter="fade">
                    <p:cBhvr>
                      <p:cTn id="322" dur="500" fill="hold">
                        <p:stCondLst>
                          <p:cond delay="0"/>
                        </p:stCondLst>
                      </p:cTn>
                      <p:tgtEl>
                        <p:spTgt spid="322"/>
                      </p:tgtEl>
                    </p:cBhvr>
                  </p:animEffect>
                </p:childTnLst>
              </p:cTn>
              <p:cTn id="223" dur="500" fill="hold">
                <p:stCondLst>
                  <p:cond delay="600"/>
                </p:stCondLst>
                <p:childTnLst>
                  <p:animEffect transition="in" filter="zoomIn">
                    <p:cBhvr>
                      <p:cTn id="323" dur="500" fill="hold">
                        <p:stCondLst>
                          <p:cond delay="0"/>
                        </p:stCondLst>
                      </p:cTn>
                      <p:tgtEl>
                        <p:spTgt spid="323"/>
                      </p:tgtEl>
                    </p:cBhvr>
                  </p:animEffect>
                </p:childTnLst>
              </p:cTn>
              <p:cTn id="224" dur="500" fill="hold">
                <p:stCondLst>
                  <p:cond delay="700"/>
                </p:stCondLst>
                <p:childTnLst>
                  <p:animEffect transition="in" filter="fade">
                    <p:cBhvr>
                      <p:cTn id="324" dur="500" fill="hold">
                        <p:stCondLst>
                          <p:cond delay="0"/>
                        </p:stCondLst>
                      </p:cTn>
                      <p:tgtEl>
                        <p:spTgt spid="324"/>
                      </p:tgtEl>
                    </p:cBhvr>
                  </p:animEffect>
                </p:childTnLst>
              </p:cTn>
              <p:cTn id="225" dur="500" fill="hold">
                <p:stCondLst>
                  <p:cond delay="800"/>
                </p:stCondLst>
                <p:childTnLst>
                  <p:animEffect transition="in" filter="fade">
                    <p:cBhvr>
                      <p:cTn id="325" dur="500" fill="hold">
                        <p:stCondLst>
                          <p:cond delay="0"/>
                        </p:stCondLst>
                      </p:cTn>
                      <p:tgtEl>
                        <p:spTgt spid="325"/>
                      </p:tgtEl>
                    </p:cBhvr>
                  </p:animEffect>
                </p:childTnLst>
              </p:cTn>
              <p:cTn id="226" dur="500" fill="hold">
                <p:stCondLst>
                  <p:cond delay="800"/>
                </p:stCondLst>
                <p:childTnLst>
                  <p:animEffect transition="in" filter="zoomIn">
                    <p:cBhvr>
                      <p:cTn id="326" dur="500" fill="hold">
                        <p:stCondLst>
                          <p:cond delay="0"/>
                        </p:stCondLst>
                      </p:cTn>
                      <p:tgtEl>
                        <p:spTgt spid="326"/>
                      </p:tgtEl>
                    </p:cBhvr>
                  </p:animEffect>
                </p:childTnLst>
              </p:cTn>
              <p:cTn id="227" dur="500" fill="hold">
                <p:stCondLst>
                  <p:cond delay="900"/>
                </p:stCondLst>
                <p:childTnLst>
                  <p:animEffect transition="in" filter="fade">
                    <p:cBhvr>
                      <p:cTn id="327" dur="500" fill="hold">
                        <p:stCondLst>
                          <p:cond delay="0"/>
                        </p:stCondLst>
                      </p:cTn>
                      <p:tgtEl>
                        <p:spTgt spid="327"/>
                      </p:tgtEl>
                    </p:cBhvr>
                  </p:animEffect>
                </p:childTnLst>
              </p:cTn>
              <p:cTn id="228" dur="500" fill="hold">
                <p:stCondLst>
                  <p:cond delay="1000"/>
                </p:stCondLst>
                <p:childTnLst>
                  <p:animEffect transition="in" filter="fade">
                    <p:cBhvr>
                      <p:cTn id="328" dur="500" fill="hold">
                        <p:stCondLst>
                          <p:cond delay="0"/>
                        </p:stCondLst>
                      </p:cTn>
                      <p:tgtEl>
                        <p:spTgt spid="328"/>
                      </p:tgtEl>
                    </p:cBhvr>
                  </p:animEffect>
                </p:childTnLst>
              </p:cTn>
              <p:cTn id="229" dur="500" fill="hold">
                <p:stCondLst>
                  <p:cond delay="1000"/>
                </p:stCondLst>
                <p:childTnLst>
                  <p:animEffect transition="in" filter="zoomIn">
                    <p:cBhvr>
                      <p:cTn id="329" dur="500" fill="hold">
                        <p:stCondLst>
                          <p:cond delay="0"/>
                        </p:stCondLst>
                      </p:cTn>
                      <p:tgtEl>
                        <p:spTgt spid="329"/>
                      </p:tgtEl>
                    </p:cBhvr>
                  </p:animEffect>
                </p:childTnLst>
              </p:cTn>
              <p:cTn id="230" dur="500" fill="hold">
                <p:stCondLst>
                  <p:cond delay="1100"/>
                </p:stCondLst>
                <p:childTnLst>
                  <p:animEffect transition="in" filter="fade">
                    <p:cBhvr>
                      <p:cTn id="330" dur="500" fill="hold">
                        <p:stCondLst>
                          <p:cond delay="0"/>
                        </p:stCondLst>
                      </p:cTn>
                      <p:tgtEl>
                        <p:spTgt spid="330"/>
                      </p:tgtEl>
                    </p:cBhvr>
                  </p:animEffect>
                </p:childTnLst>
              </p:cTn>
              <p:cTn id="231" dur="500" fill="hold">
                <p:stCondLst>
                  <p:cond delay="1200"/>
                </p:stCondLst>
                <p:childTnLst>
                  <p:animEffect transition="in" filter="fade">
                    <p:cBhvr>
                      <p:cTn id="331" dur="500" fill="hold">
                        <p:stCondLst>
                          <p:cond delay="0"/>
                        </p:stCondLst>
                      </p:cTn>
                      <p:tgtEl>
                        <p:spTgt spid="331"/>
                      </p:tgtEl>
                    </p:cBhvr>
                  </p:animEffect>
                </p:childTnLst>
              </p:cTn>
              <p:cTn id="232" dur="500" fill="hold">
                <p:stCondLst>
                  <p:cond delay="900"/>
                </p:stCondLst>
                <p:childTnLst>
                  <p:animEffect transition="in" filter="flyInBottom">
                    <p:cBhvr>
                      <p:cTn id="332" dur="500" fill="hold">
                        <p:stCondLst>
                          <p:cond delay="0"/>
                        </p:stCondLst>
                      </p:cTn>
                      <p:tgtEl>
                        <p:spTgt spid="332"/>
                      </p:tgtEl>
                    </p:cBhvr>
                  </p:animEffect>
                </p:childTnLst>
              </p:cTn>
              <p:cTn id="233" dur="500" fill="hold">
                <p:stCondLst>
                  <p:cond delay="1000"/>
                </p:stCondLst>
                <p:childTnLst>
                  <p:animEffect transition="in" filter="fade">
                    <p:cBhvr>
                      <p:cTn id="333" dur="500" fill="hold">
                        <p:stCondLst>
                          <p:cond delay="0"/>
                        </p:stCondLst>
                      </p:cTn>
                      <p:tgtEl>
                        <p:spTgt spid="333"/>
                      </p:tgtEl>
                    </p:cBhvr>
                  </p:animEffect>
                </p:childTnLst>
              </p:cTn>
            </p:seq>
          </p:childTnLst>
        </p:cTn>
      </p:par>
    </p:tnLst>
  </p:timing>
  <p:transition dur="500ms" type="fade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"/>
              </a:defRPr>
            </a:pPr>
            <a:r>
              <a:t>La boutique côté client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Ce que voient vos acheteurs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ounded Rectangle 337"/>
          <p:cNvSpPr/>
          <p:nvPr/>
        </p:nvSpPr>
        <p:spPr>
          <a:xfrm>
            <a:off x="457200" y="1645920"/>
            <a:ext cx="2011680" cy="2560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548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🏠  Page d'accueil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548640" y="23774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Carrousel, produits</a:t>
            </a:r>
            <a:br/>
            <a:r>
              <a:t>vedettes, témoignages,</a:t>
            </a:r>
            <a:br/>
            <a:r>
              <a:t>et bien plus</a:t>
            </a:r>
          </a:p>
        </p:txBody>
      </p:sp>
      <p:sp>
        <p:nvSpPr>
          <p:cNvPr id="341" name="Rounded Rectangle 340"/>
          <p:cNvSpPr/>
          <p:nvPr/>
        </p:nvSpPr>
        <p:spPr>
          <a:xfrm>
            <a:off x="2788920" y="1645920"/>
            <a:ext cx="2011680" cy="2560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288036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📦  Catalogue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880360" y="23774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Grille produits avec</a:t>
            </a:r>
            <a:br/>
            <a:r>
              <a:t>recherche, filtres,</a:t>
            </a:r>
            <a:br/>
            <a:r>
              <a:t>tri par prix</a:t>
            </a:r>
          </a:p>
        </p:txBody>
      </p:sp>
      <p:sp>
        <p:nvSpPr>
          <p:cNvPr id="344" name="Rounded Rectangle 343"/>
          <p:cNvSpPr/>
          <p:nvPr/>
        </p:nvSpPr>
        <p:spPr>
          <a:xfrm>
            <a:off x="5120640" y="1645920"/>
            <a:ext cx="2011680" cy="2560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5212079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🔍  Page produit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5212079" y="23774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Galerie photos, prix,</a:t>
            </a:r>
            <a:br/>
            <a:r>
              <a:t>description, formulaire</a:t>
            </a:r>
            <a:br/>
            <a:r>
              <a:t>de commande</a:t>
            </a:r>
          </a:p>
        </p:txBody>
      </p:sp>
      <p:sp>
        <p:nvSpPr>
          <p:cNvPr id="347" name="Rounded Rectangle 346"/>
          <p:cNvSpPr/>
          <p:nvPr/>
        </p:nvSpPr>
        <p:spPr>
          <a:xfrm>
            <a:off x="7452359" y="1645920"/>
            <a:ext cx="2011680" cy="2560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7543799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❤️  Favoris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7543799" y="23774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Wishlist pour</a:t>
            </a:r>
            <a:br/>
            <a:r>
              <a:t>enregistrer les</a:t>
            </a:r>
            <a:br/>
            <a:r>
              <a:t>coups de cœur</a:t>
            </a:r>
          </a:p>
        </p:txBody>
      </p:sp>
      <p:sp>
        <p:nvSpPr>
          <p:cNvPr id="350" name="Rounded Rectangle 349"/>
          <p:cNvSpPr/>
          <p:nvPr/>
        </p:nvSpPr>
        <p:spPr>
          <a:xfrm>
            <a:off x="9784080" y="1645920"/>
            <a:ext cx="2011680" cy="2560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9875519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✅  Confirmation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9875519" y="23774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Page de remerciement</a:t>
            </a:r>
            <a:br/>
            <a:r>
              <a:t>après commande</a:t>
            </a:r>
            <a:br/>
            <a:r>
              <a:t>réussie</a:t>
            </a:r>
          </a:p>
        </p:txBody>
      </p:sp>
      <p:sp>
        <p:nvSpPr>
          <p:cNvPr id="353" name="Rounded Rectangle 352"/>
          <p:cNvSpPr/>
          <p:nvPr/>
        </p:nvSpPr>
        <p:spPr>
          <a:xfrm>
            <a:off x="731520" y="4572000"/>
            <a:ext cx="10698480" cy="13716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914400" y="4709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📱  Responsive (mobile + tablette + desktop)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3657600" y="4709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🔒  Paiement à la livraison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6400800" y="4709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📝  Formulaire personnalisé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9144000" y="4709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🌍  Multi-devises (XOF, XAF, EUR...)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0" nextAc="seek">
              <p:cTn id="234" dur="400" fill="hold">
                <p:stCondLst>
                  <p:cond delay="0"/>
                </p:stCondLst>
                <p:childTnLst>
                  <p:animEffect transition="in" filter="fade">
                    <p:cBhvr>
                      <p:cTn id="334" dur="400" fill="hold">
                        <p:stCondLst>
                          <p:cond delay="0"/>
                        </p:stCondLst>
                      </p:cTn>
                      <p:tgtEl>
                        <p:spTgt spid="3"/>
                      </p:tgtEl>
                    </p:cBhvr>
                  </p:animEffect>
                </p:childTnLst>
              </p:cTn>
              <p:cTn id="235" dur="500" fill="hold">
                <p:stCondLst>
                  <p:cond delay="150"/>
                </p:stCondLst>
                <p:childTnLst>
                  <p:animEffect transition="in" filter="flyInLeft">
                    <p:cBhvr>
                      <p:cTn id="335" dur="500" fill="hold">
                        <p:stCondLst>
                          <p:cond delay="0"/>
                        </p:stCondLst>
                      </p:cTn>
                      <p:tgtEl>
                        <p:spTgt spid="335"/>
                      </p:tgtEl>
                    </p:cBhvr>
                  </p:animEffect>
                </p:childTnLst>
              </p:cTn>
              <p:cTn id="236" dur="500" fill="hold">
                <p:stCondLst>
                  <p:cond delay="300"/>
                </p:stCondLst>
                <p:childTnLst>
                  <p:animEffect transition="in" filter="fade">
                    <p:cBhvr>
                      <p:cTn id="336" dur="500" fill="hold">
                        <p:stCondLst>
                          <p:cond delay="0"/>
                        </p:stCondLst>
                      </p:cTn>
                      <p:tgtEl>
                        <p:spTgt spid="336"/>
                      </p:tgtEl>
                    </p:cBhvr>
                  </p:animEffect>
                </p:childTnLst>
              </p:cTn>
              <p:cTn id="237" dur="400" fill="hold">
                <p:stCondLst>
                  <p:cond delay="400"/>
                </p:stCondLst>
                <p:childTnLst>
                  <p:animEffect transition="in" filter="fade">
                    <p:cBhvr>
                      <p:cTn id="337" dur="400" fill="hold">
                        <p:stCondLst>
                          <p:cond delay="0"/>
                        </p:stCondLst>
                      </p:cTn>
                      <p:tgtEl>
                        <p:spTgt spid="337"/>
                      </p:tgtEl>
                    </p:cBhvr>
                  </p:animEffect>
                </p:childTnLst>
              </p:cTn>
              <p:cTn id="238" dur="500" fill="hold">
                <p:stCondLst>
                  <p:cond delay="200"/>
                </p:stCondLst>
                <p:childTnLst>
                  <p:animEffect transition="in" filter="zoomIn">
                    <p:cBhvr>
                      <p:cTn id="338" dur="500" fill="hold">
                        <p:stCondLst>
                          <p:cond delay="0"/>
                        </p:stCondLst>
                      </p:cTn>
                      <p:tgtEl>
                        <p:spTgt spid="338"/>
                      </p:tgtEl>
                    </p:cBhvr>
                  </p:animEffect>
                </p:childTnLst>
              </p:cTn>
              <p:cTn id="239" dur="500" fill="hold">
                <p:stCondLst>
                  <p:cond delay="300"/>
                </p:stCondLst>
                <p:childTnLst>
                  <p:animEffect transition="in" filter="fade">
                    <p:cBhvr>
                      <p:cTn id="339" dur="500" fill="hold">
                        <p:stCondLst>
                          <p:cond delay="0"/>
                        </p:stCondLst>
                      </p:cTn>
                      <p:tgtEl>
                        <p:spTgt spid="339"/>
                      </p:tgtEl>
                    </p:cBhvr>
                  </p:animEffect>
                </p:childTnLst>
              </p:cTn>
              <p:cTn id="240" dur="500" fill="hold">
                <p:stCondLst>
                  <p:cond delay="400"/>
                </p:stCondLst>
                <p:childTnLst>
                  <p:animEffect transition="in" filter="fade">
                    <p:cBhvr>
                      <p:cTn id="340" dur="500" fill="hold">
                        <p:stCondLst>
                          <p:cond delay="0"/>
                        </p:stCondLst>
                      </p:cTn>
                      <p:tgtEl>
                        <p:spTgt spid="340"/>
                      </p:tgtEl>
                    </p:cBhvr>
                  </p:animEffect>
                </p:childTnLst>
              </p:cTn>
              <p:cTn id="241" dur="500" fill="hold">
                <p:stCondLst>
                  <p:cond delay="400"/>
                </p:stCondLst>
                <p:childTnLst>
                  <p:animEffect transition="in" filter="zoomIn">
                    <p:cBhvr>
                      <p:cTn id="341" dur="500" fill="hold">
                        <p:stCondLst>
                          <p:cond delay="0"/>
                        </p:stCondLst>
                      </p:cTn>
                      <p:tgtEl>
                        <p:spTgt spid="341"/>
                      </p:tgtEl>
                    </p:cBhvr>
                  </p:animEffect>
                </p:childTnLst>
              </p:cTn>
              <p:cTn id="242" dur="500" fill="hold">
                <p:stCondLst>
                  <p:cond delay="500"/>
                </p:stCondLst>
                <p:childTnLst>
                  <p:animEffect transition="in" filter="fade">
                    <p:cBhvr>
                      <p:cTn id="342" dur="500" fill="hold">
                        <p:stCondLst>
                          <p:cond delay="0"/>
                        </p:stCondLst>
                      </p:cTn>
                      <p:tgtEl>
                        <p:spTgt spid="342"/>
                      </p:tgtEl>
                    </p:cBhvr>
                  </p:animEffect>
                </p:childTnLst>
              </p:cTn>
              <p:cTn id="243" dur="500" fill="hold">
                <p:stCondLst>
                  <p:cond delay="600"/>
                </p:stCondLst>
                <p:childTnLst>
                  <p:animEffect transition="in" filter="fade">
                    <p:cBhvr>
                      <p:cTn id="343" dur="500" fill="hold">
                        <p:stCondLst>
                          <p:cond delay="0"/>
                        </p:stCondLst>
                      </p:cTn>
                      <p:tgtEl>
                        <p:spTgt spid="343"/>
                      </p:tgtEl>
                    </p:cBhvr>
                  </p:animEffect>
                </p:childTnLst>
              </p:cTn>
              <p:cTn id="244" dur="500" fill="hold">
                <p:stCondLst>
                  <p:cond delay="600"/>
                </p:stCondLst>
                <p:childTnLst>
                  <p:animEffect transition="in" filter="zoomIn">
                    <p:cBhvr>
                      <p:cTn id="344" dur="500" fill="hold">
                        <p:stCondLst>
                          <p:cond delay="0"/>
                        </p:stCondLst>
                      </p:cTn>
                      <p:tgtEl>
                        <p:spTgt spid="344"/>
                      </p:tgtEl>
                    </p:cBhvr>
                  </p:animEffect>
                </p:childTnLst>
              </p:cTn>
              <p:cTn id="245" dur="500" fill="hold">
                <p:stCondLst>
                  <p:cond delay="700"/>
                </p:stCondLst>
                <p:childTnLst>
                  <p:animEffect transition="in" filter="fade">
                    <p:cBhvr>
                      <p:cTn id="345" dur="500" fill="hold">
                        <p:stCondLst>
                          <p:cond delay="0"/>
                        </p:stCondLst>
                      </p:cTn>
                      <p:tgtEl>
                        <p:spTgt spid="345"/>
                      </p:tgtEl>
                    </p:cBhvr>
                  </p:animEffect>
                </p:childTnLst>
              </p:cTn>
              <p:cTn id="246" dur="500" fill="hold">
                <p:stCondLst>
                  <p:cond delay="800"/>
                </p:stCondLst>
                <p:childTnLst>
                  <p:animEffect transition="in" filter="fade">
                    <p:cBhvr>
                      <p:cTn id="346" dur="500" fill="hold">
                        <p:stCondLst>
                          <p:cond delay="0"/>
                        </p:stCondLst>
                      </p:cTn>
                      <p:tgtEl>
                        <p:spTgt spid="346"/>
                      </p:tgtEl>
                    </p:cBhvr>
                  </p:animEffect>
                </p:childTnLst>
              </p:cTn>
              <p:cTn id="247" dur="500" fill="hold">
                <p:stCondLst>
                  <p:cond delay="800"/>
                </p:stCondLst>
                <p:childTnLst>
                  <p:animEffect transition="in" filter="zoomIn">
                    <p:cBhvr>
                      <p:cTn id="347" dur="500" fill="hold">
                        <p:stCondLst>
                          <p:cond delay="0"/>
                        </p:stCondLst>
                      </p:cTn>
                      <p:tgtEl>
                        <p:spTgt spid="347"/>
                      </p:tgtEl>
                    </p:cBhvr>
                  </p:animEffect>
                </p:childTnLst>
              </p:cTn>
              <p:cTn id="248" dur="500" fill="hold">
                <p:stCondLst>
                  <p:cond delay="900"/>
                </p:stCondLst>
                <p:childTnLst>
                  <p:animEffect transition="in" filter="fade">
                    <p:cBhvr>
                      <p:cTn id="348" dur="500" fill="hold">
                        <p:stCondLst>
                          <p:cond delay="0"/>
                        </p:stCondLst>
                      </p:cTn>
                      <p:tgtEl>
                        <p:spTgt spid="348"/>
                      </p:tgtEl>
                    </p:cBhvr>
                  </p:animEffect>
                </p:childTnLst>
              </p:cTn>
              <p:cTn id="249" dur="500" fill="hold">
                <p:stCondLst>
                  <p:cond delay="1000"/>
                </p:stCondLst>
                <p:childTnLst>
                  <p:animEffect transition="in" filter="fade">
                    <p:cBhvr>
                      <p:cTn id="349" dur="500" fill="hold">
                        <p:stCondLst>
                          <p:cond delay="0"/>
                        </p:stCondLst>
                      </p:cTn>
                      <p:tgtEl>
                        <p:spTgt spid="349"/>
                      </p:tgtEl>
                    </p:cBhvr>
                  </p:animEffect>
                </p:childTnLst>
              </p:cTn>
              <p:cTn id="250" dur="500" fill="hold">
                <p:stCondLst>
                  <p:cond delay="1000"/>
                </p:stCondLst>
                <p:childTnLst>
                  <p:animEffect transition="in" filter="zoomIn">
                    <p:cBhvr>
                      <p:cTn id="350" dur="500" fill="hold">
                        <p:stCondLst>
                          <p:cond delay="0"/>
                        </p:stCondLst>
                      </p:cTn>
                      <p:tgtEl>
                        <p:spTgt spid="350"/>
                      </p:tgtEl>
                    </p:cBhvr>
                  </p:animEffect>
                </p:childTnLst>
              </p:cTn>
              <p:cTn id="251" dur="500" fill="hold">
                <p:stCondLst>
                  <p:cond delay="1100"/>
                </p:stCondLst>
                <p:childTnLst>
                  <p:animEffect transition="in" filter="fade">
                    <p:cBhvr>
                      <p:cTn id="351" dur="500" fill="hold">
                        <p:stCondLst>
                          <p:cond delay="0"/>
                        </p:stCondLst>
                      </p:cTn>
                      <p:tgtEl>
                        <p:spTgt spid="351"/>
                      </p:tgtEl>
                    </p:cBhvr>
                  </p:animEffect>
                </p:childTnLst>
              </p:cTn>
              <p:cTn id="252" dur="500" fill="hold">
                <p:stCondLst>
                  <p:cond delay="1200"/>
                </p:stCondLst>
                <p:childTnLst>
                  <p:animEffect transition="in" filter="fade">
                    <p:cBhvr>
                      <p:cTn id="352" dur="500" fill="hold">
                        <p:stCondLst>
                          <p:cond delay="0"/>
                        </p:stCondLst>
                      </p:cTn>
                      <p:tgtEl>
                        <p:spTgt spid="352"/>
                      </p:tgtEl>
                    </p:cBhvr>
                  </p:animEffect>
                </p:childTnLst>
              </p:cTn>
              <p:cTn id="253" dur="500" fill="hold">
                <p:stCondLst>
                  <p:cond delay="900"/>
                </p:stCondLst>
                <p:childTnLst>
                  <p:animEffect transition="in" filter="flyInBottom">
                    <p:cBhvr>
                      <p:cTn id="353" dur="500" fill="hold">
                        <p:stCondLst>
                          <p:cond delay="0"/>
                        </p:stCondLst>
                      </p:cTn>
                      <p:tgtEl>
                        <p:spTgt spid="353"/>
                      </p:tgtEl>
                    </p:cBhvr>
                  </p:animEffect>
                </p:childTnLst>
              </p:cTn>
              <p:cTn id="254" dur="500" fill="hold">
                <p:stCondLst>
                  <p:cond delay="1000"/>
                </p:stCondLst>
                <p:childTnLst>
                  <p:animEffect transition="in" filter="fade">
                    <p:cBhvr>
                      <p:cTn id="354" dur="500" fill="hold">
                        <p:stCondLst>
                          <p:cond delay="0"/>
                        </p:stCondLst>
                      </p:cTn>
                      <p:tgtEl>
                        <p:spTgt spid="354"/>
                      </p:tgtEl>
                    </p:cBhvr>
                  </p:animEffect>
                </p:childTnLst>
              </p:cTn>
              <p:cTn id="255" dur="500" fill="hold">
                <p:stCondLst>
                  <p:cond delay="1200"/>
                </p:stCondLst>
                <p:childTnLst>
                  <p:animEffect transition="in" filter="fade">
                    <p:cBhvr>
                      <p:cTn id="355" dur="500" fill="hold">
                        <p:stCondLst>
                          <p:cond delay="0"/>
                        </p:stCondLst>
                      </p:cTn>
                      <p:tgtEl>
                        <p:spTgt spid="355"/>
                      </p:tgtEl>
                    </p:cBhvr>
                  </p:animEffect>
                </p:childTnLst>
              </p:cTn>
              <p:cTn id="256" dur="500" fill="hold">
                <p:stCondLst>
                  <p:cond delay="1400"/>
                </p:stCondLst>
                <p:childTnLst>
                  <p:animEffect transition="in" filter="fade">
                    <p:cBhvr>
                      <p:cTn id="356" dur="500" fill="hold">
                        <p:stCondLst>
                          <p:cond delay="0"/>
                        </p:stCondLst>
                      </p:cTn>
                      <p:tgtEl>
                        <p:spTgt spid="356"/>
                      </p:tgtEl>
                    </p:cBhvr>
                  </p:animEffect>
                </p:childTnLst>
              </p:cTn>
              <p:cTn id="257" dur="500" fill="hold">
                <p:stCondLst>
                  <p:cond delay="1600"/>
                </p:stCondLst>
                <p:childTnLst>
                  <p:animEffect transition="in" filter="fade">
                    <p:cBhvr>
                      <p:cTn id="357" dur="500" fill="hold">
                        <p:stCondLst>
                          <p:cond delay="0"/>
                        </p:stCondLst>
                      </p:cTn>
                      <p:tgtEl>
                        <p:spTgt spid="357"/>
                      </p:tgtEl>
                    </p:cBhvr>
                  </p:animEffect>
                </p:childTnLst>
              </p:cTn>
            </p:seq>
          </p:childTnLst>
        </p:cTn>
      </p:par>
    </p:tnLst>
  </p:timing>
  <p:transition dur="500ms" type="fade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"/>
              </a:defRPr>
            </a:pPr>
            <a:r>
              <a:t>Modèle &amp; Roadmap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731520" y="1005840"/>
            <a:ext cx="2286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59669"/>
                </a:solidFill>
                <a:latin typeface="Calibri"/>
              </a:defRPr>
            </a:pPr>
            <a:r>
              <a:t>Aujourd'hui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731520" y="20116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✅  Plateforme gratuite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✅  Pas d'abonnement mensuel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✅  Paiement à la livraison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✅  Import Shopify (migration)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✅  Google Sheets export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✅  Meta Pixel &amp; Facebook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✅  Application mobile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Calibri"/>
              </a:defRPr>
            </a:pPr>
            <a:r>
              <a:t>À venir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640080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🔜  Orange Money, Wave, MTN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🔜  Abonnement Premium (domaines perso, thèmes pro)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🔜  Application sur Play Store &amp; App Store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🔜  Marketplace entre commerçants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🔜  Statistiques avancées + IA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🔜  Anglais, Portugais, Arabe</a:t>
            </a:r>
          </a:p>
        </p:txBody>
      </p:sp>
      <p:sp>
        <p:nvSpPr>
          <p:cNvPr id="365" name="Rectangle 364"/>
          <p:cNvSpPr/>
          <p:nvPr/>
        </p:nvSpPr>
        <p:spPr>
          <a:xfrm>
            <a:off x="5943600" y="1645920"/>
            <a:ext cx="25400" cy="3200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ounded Rectangle 365"/>
          <p:cNvSpPr/>
          <p:nvPr/>
        </p:nvSpPr>
        <p:spPr>
          <a:xfrm>
            <a:off x="731520" y="5029200"/>
            <a:ext cx="10698480" cy="91440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F2937"/>
                </a:solidFill>
                <a:latin typeface="Calibri"/>
              </a:defRPr>
            </a:pPr>
            <a:r>
              <a:t>🎯  Devenir la plateforme e-commerce N°1 en Afrique francophone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0" nextAc="seek">
              <p:cTn id="258" dur="400" fill="hold">
                <p:stCondLst>
                  <p:cond delay="0"/>
                </p:stCondLst>
                <p:childTnLst>
                  <p:animEffect transition="in" filter="fade">
                    <p:cBhvr>
                      <p:cTn id="358" dur="400" fill="hold">
                        <p:stCondLst>
                          <p:cond delay="0"/>
                        </p:stCondLst>
                      </p:cTn>
                      <p:tgtEl>
                        <p:spTgt spid="3"/>
                      </p:tgtEl>
                    </p:cBhvr>
                  </p:animEffect>
                </p:childTnLst>
              </p:cTn>
              <p:cTn id="259" dur="500" fill="hold">
                <p:stCondLst>
                  <p:cond delay="150"/>
                </p:stCondLst>
                <p:childTnLst>
                  <p:animEffect transition="in" filter="flyInLeft">
                    <p:cBhvr>
                      <p:cTn id="359" dur="500" fill="hold">
                        <p:stCondLst>
                          <p:cond delay="0"/>
                        </p:stCondLst>
                      </p:cTn>
                      <p:tgtEl>
                        <p:spTgt spid="359"/>
                      </p:tgtEl>
                    </p:cBhvr>
                  </p:animEffect>
                </p:childTnLst>
              </p:cTn>
              <p:cTn id="260" dur="400" fill="hold">
                <p:stCondLst>
                  <p:cond delay="400"/>
                </p:stCondLst>
                <p:childTnLst>
                  <p:animEffect transition="in" filter="fade">
                    <p:cBhvr>
                      <p:cTn id="360" dur="400" fill="hold">
                        <p:stCondLst>
                          <p:cond delay="0"/>
                        </p:stCondLst>
                      </p:cTn>
                      <p:tgtEl>
                        <p:spTgt spid="360"/>
                      </p:tgtEl>
                    </p:cBhvr>
                  </p:animEffect>
                </p:childTnLst>
              </p:cTn>
              <p:cTn id="261" dur="500" fill="hold">
                <p:stCondLst>
                  <p:cond delay="200"/>
                </p:stCondLst>
                <p:childTnLst>
                  <p:animEffect transition="in" filter="flyInLeft">
                    <p:cBhvr>
                      <p:cTn id="361" dur="500" fill="hold">
                        <p:stCondLst>
                          <p:cond delay="0"/>
                        </p:stCondLst>
                      </p:cTn>
                      <p:tgtEl>
                        <p:spTgt spid="361"/>
                      </p:tgtEl>
                    </p:cBhvr>
                  </p:animEffect>
                </p:childTnLst>
              </p:cTn>
              <p:cTn id="262" dur="500" fill="hold">
                <p:stCondLst>
                  <p:cond delay="400"/>
                </p:stCondLst>
                <p:childTnLst>
                  <p:animEffect transition="in" filter="fade">
                    <p:cBhvr>
                      <p:cTn id="362" dur="500" fill="hold">
                        <p:stCondLst>
                          <p:cond delay="0"/>
                        </p:stCondLst>
                      </p:cTn>
                      <p:tgtEl>
                        <p:spTgt spid="362"/>
                      </p:tgtEl>
                    </p:cBhvr>
                  </p:animEffect>
                </p:childTnLst>
              </p:cTn>
              <p:cTn id="263" dur="500" fill="hold">
                <p:stCondLst>
                  <p:cond delay="400"/>
                </p:stCondLst>
                <p:childTnLst>
                  <p:animEffect transition="in" filter="flyInRight">
                    <p:cBhvr>
                      <p:cTn id="363" dur="500" fill="hold">
                        <p:stCondLst>
                          <p:cond delay="0"/>
                        </p:stCondLst>
                      </p:cTn>
                      <p:tgtEl>
                        <p:spTgt spid="363"/>
                      </p:tgtEl>
                    </p:cBhvr>
                  </p:animEffect>
                </p:childTnLst>
              </p:cTn>
              <p:cTn id="264" dur="500" fill="hold">
                <p:stCondLst>
                  <p:cond delay="600"/>
                </p:stCondLst>
                <p:childTnLst>
                  <p:animEffect transition="in" filter="fade">
                    <p:cBhvr>
                      <p:cTn id="364" dur="500" fill="hold">
                        <p:stCondLst>
                          <p:cond delay="0"/>
                        </p:stCondLst>
                      </p:cTn>
                      <p:tgtEl>
                        <p:spTgt spid="364"/>
                      </p:tgtEl>
                    </p:cBhvr>
                  </p:animEffect>
                </p:childTnLst>
              </p:cTn>
              <p:cTn id="265" dur="500" fill="hold">
                <p:stCondLst>
                  <p:cond delay="1000"/>
                </p:stCondLst>
                <p:childTnLst>
                  <p:animEffect transition="in" filter="fade">
                    <p:cBhvr>
                      <p:cTn id="365" dur="500" fill="hold">
                        <p:stCondLst>
                          <p:cond delay="0"/>
                        </p:stCondLst>
                      </p:cTn>
                      <p:tgtEl>
                        <p:spTgt spid="366"/>
                      </p:tgtEl>
                    </p:cBhvr>
                  </p:animEffect>
                </p:childTnLst>
              </p:cTn>
            </p:seq>
          </p:childTnLst>
        </p:cTn>
      </p:par>
    </p:tnLst>
  </p:timing>
  <p:transition dur="500ms" type="fade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"/>
              </a:defRPr>
            </a:pPr>
            <a:r>
              <a:t>En résumé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731520" y="1005840"/>
            <a:ext cx="2286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TextBox 368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937"/>
                </a:solidFill>
                <a:latin typeface="Calibri"/>
              </a:defRPr>
            </a:pPr>
            <a:r>
              <a:t>🔹  ShopEazy = une plateforme e-commerce complète, gratuite et 100% en français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731520" y="187451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937"/>
                </a:solidFill>
                <a:latin typeface="Calibri"/>
              </a:defRPr>
            </a:pPr>
            <a:r>
              <a:t>🔹  Conçue pour le marché africain : pas de carte bancaire, pas de compte PayPal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937"/>
                </a:solidFill>
                <a:latin typeface="Calibri"/>
              </a:defRPr>
            </a:pPr>
            <a:r>
              <a:t>🔹  Interface visuelle : personnalisez votre boutique sans coder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731520" y="2880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937"/>
                </a:solidFill>
                <a:latin typeface="Calibri"/>
              </a:defRPr>
            </a:pPr>
            <a:r>
              <a:t>🔹  Dashboard complet pour gérer produits, commandes et statistiques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937"/>
                </a:solidFill>
                <a:latin typeface="Calibri"/>
              </a:defRPr>
            </a:pPr>
            <a:r>
              <a:t>🔹  Application mobile pour gérer votre activité en déplacement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731520" y="3886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937"/>
                </a:solidFill>
                <a:latin typeface="Calibri"/>
              </a:defRPr>
            </a:pPr>
            <a:r>
              <a:t>🔹  Intégrations : Google Sheets, Facebook, Meta Pixel, Shopify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937"/>
                </a:solidFill>
                <a:latin typeface="Calibri"/>
              </a:defRPr>
            </a:pPr>
            <a:r>
              <a:t>🔹  Lancez votre boutique en 5 minutes sur shopeazy.com</a:t>
            </a:r>
          </a:p>
        </p:txBody>
      </p:sp>
      <p:sp>
        <p:nvSpPr>
          <p:cNvPr id="376" name="Rounded Rectangle 375"/>
          <p:cNvSpPr/>
          <p:nvPr/>
        </p:nvSpPr>
        <p:spPr>
          <a:xfrm>
            <a:off x="3200400" y="5303520"/>
            <a:ext cx="5760720" cy="9144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🚀  Prêt à lancer votre boutique ?  →  shopeazy.com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0" nextAc="seek">
              <p:cTn id="266" dur="400" fill="hold">
                <p:stCondLst>
                  <p:cond delay="0"/>
                </p:stCondLst>
                <p:childTnLst>
                  <p:animEffect transition="in" filter="fade">
                    <p:cBhvr>
                      <p:cTn id="366" dur="400" fill="hold">
                        <p:stCondLst>
                          <p:cond delay="0"/>
                        </p:stCondLst>
                      </p:cTn>
                      <p:tgtEl>
                        <p:spTgt spid="3"/>
                      </p:tgtEl>
                    </p:cBhvr>
                  </p:animEffect>
                </p:childTnLst>
              </p:cTn>
              <p:cTn id="267" dur="500" fill="hold">
                <p:stCondLst>
                  <p:cond delay="150"/>
                </p:stCondLst>
                <p:childTnLst>
                  <p:animEffect transition="in" filter="flyInLeft">
                    <p:cBhvr>
                      <p:cTn id="367" dur="500" fill="hold">
                        <p:stCondLst>
                          <p:cond delay="0"/>
                        </p:stCondLst>
                      </p:cTn>
                      <p:tgtEl>
                        <p:spTgt spid="367"/>
                      </p:tgtEl>
                    </p:cBhvr>
                  </p:animEffect>
                </p:childTnLst>
              </p:cTn>
              <p:cTn id="268" dur="400" fill="hold">
                <p:stCondLst>
                  <p:cond delay="400"/>
                </p:stCondLst>
                <p:childTnLst>
                  <p:animEffect transition="in" filter="fade">
                    <p:cBhvr>
                      <p:cTn id="368" dur="400" fill="hold">
                        <p:stCondLst>
                          <p:cond delay="0"/>
                        </p:stCondLst>
                      </p:cTn>
                      <p:tgtEl>
                        <p:spTgt spid="368"/>
                      </p:tgtEl>
                    </p:cBhvr>
                  </p:animEffect>
                </p:childTnLst>
              </p:cTn>
              <p:cTn id="269" dur="500" fill="hold">
                <p:stCondLst>
                  <p:cond delay="200"/>
                </p:stCondLst>
                <p:childTnLst>
                  <p:animEffect transition="in" filter="flyInLeft">
                    <p:cBhvr>
                      <p:cTn id="369" dur="500" fill="hold">
                        <p:stCondLst>
                          <p:cond delay="0"/>
                        </p:stCondLst>
                      </p:cTn>
                      <p:tgtEl>
                        <p:spTgt spid="369"/>
                      </p:tgtEl>
                    </p:cBhvr>
                  </p:animEffect>
                </p:childTnLst>
              </p:cTn>
              <p:cTn id="270" dur="500" fill="hold">
                <p:stCondLst>
                  <p:cond delay="350"/>
                </p:stCondLst>
                <p:childTnLst>
                  <p:animEffect transition="in" filter="flyInLeft">
                    <p:cBhvr>
                      <p:cTn id="370" dur="500" fill="hold">
                        <p:stCondLst>
                          <p:cond delay="0"/>
                        </p:stCondLst>
                      </p:cTn>
                      <p:tgtEl>
                        <p:spTgt spid="370"/>
                      </p:tgtEl>
                    </p:cBhvr>
                  </p:animEffect>
                </p:childTnLst>
              </p:cTn>
              <p:cTn id="271" dur="500" fill="hold">
                <p:stCondLst>
                  <p:cond delay="500"/>
                </p:stCondLst>
                <p:childTnLst>
                  <p:animEffect transition="in" filter="flyInLeft">
                    <p:cBhvr>
                      <p:cTn id="371" dur="500" fill="hold">
                        <p:stCondLst>
                          <p:cond delay="0"/>
                        </p:stCondLst>
                      </p:cTn>
                      <p:tgtEl>
                        <p:spTgt spid="371"/>
                      </p:tgtEl>
                    </p:cBhvr>
                  </p:animEffect>
                </p:childTnLst>
              </p:cTn>
              <p:cTn id="272" dur="500" fill="hold">
                <p:stCondLst>
                  <p:cond delay="650"/>
                </p:stCondLst>
                <p:childTnLst>
                  <p:animEffect transition="in" filter="flyInLeft">
                    <p:cBhvr>
                      <p:cTn id="372" dur="500" fill="hold">
                        <p:stCondLst>
                          <p:cond delay="0"/>
                        </p:stCondLst>
                      </p:cTn>
                      <p:tgtEl>
                        <p:spTgt spid="372"/>
                      </p:tgtEl>
                    </p:cBhvr>
                  </p:animEffect>
                </p:childTnLst>
              </p:cTn>
              <p:cTn id="273" dur="500" fill="hold">
                <p:stCondLst>
                  <p:cond delay="800"/>
                </p:stCondLst>
                <p:childTnLst>
                  <p:animEffect transition="in" filter="flyInLeft">
                    <p:cBhvr>
                      <p:cTn id="373" dur="500" fill="hold">
                        <p:stCondLst>
                          <p:cond delay="0"/>
                        </p:stCondLst>
                      </p:cTn>
                      <p:tgtEl>
                        <p:spTgt spid="373"/>
                      </p:tgtEl>
                    </p:cBhvr>
                  </p:animEffect>
                </p:childTnLst>
              </p:cTn>
              <p:cTn id="274" dur="500" fill="hold">
                <p:stCondLst>
                  <p:cond delay="950"/>
                </p:stCondLst>
                <p:childTnLst>
                  <p:animEffect transition="in" filter="flyInLeft">
                    <p:cBhvr>
                      <p:cTn id="374" dur="500" fill="hold">
                        <p:stCondLst>
                          <p:cond delay="0"/>
                        </p:stCondLst>
                      </p:cTn>
                      <p:tgtEl>
                        <p:spTgt spid="374"/>
                      </p:tgtEl>
                    </p:cBhvr>
                  </p:animEffect>
                </p:childTnLst>
              </p:cTn>
              <p:cTn id="275" dur="500" fill="hold">
                <p:stCondLst>
                  <p:cond delay="1100"/>
                </p:stCondLst>
                <p:childTnLst>
                  <p:animEffect transition="in" filter="flyInLeft">
                    <p:cBhvr>
                      <p:cTn id="375" dur="500" fill="hold">
                        <p:stCondLst>
                          <p:cond delay="0"/>
                        </p:stCondLst>
                      </p:cTn>
                      <p:tgtEl>
                        <p:spTgt spid="375"/>
                      </p:tgtEl>
                    </p:cBhvr>
                  </p:animEffect>
                </p:childTnLst>
              </p:cTn>
              <p:cTn id="276" dur="500" fill="hold">
                <p:stCondLst>
                  <p:cond delay="1200"/>
                </p:stCondLst>
                <p:childTnLst>
                  <p:animEffect transition="in" filter="zoomIn">
                    <p:cBhvr>
                      <p:cTn id="376" dur="500" fill="hold">
                        <p:stCondLst>
                          <p:cond delay="0"/>
                        </p:stCondLst>
                      </p:cTn>
                      <p:tgtEl>
                        <p:spTgt spid="376"/>
                      </p:tgtEl>
                    </p:cBhvr>
                  </p:animEffect>
                </p:childTnLst>
              </p:cTn>
            </p:seq>
          </p:childTnLst>
        </p:cTn>
      </p:par>
    </p:tnLst>
  </p:timing>
  <p:transition dur="500ms" type="fade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Calibri"/>
              </a:defRPr>
            </a:pPr>
            <a:r>
              <a:t>Merci !</a:t>
            </a:r>
          </a:p>
        </p:txBody>
      </p:sp>
      <p:sp>
        <p:nvSpPr>
          <p:cNvPr id="379" name="Rectangle 378"/>
          <p:cNvSpPr/>
          <p:nvPr/>
        </p:nvSpPr>
        <p:spPr>
          <a:xfrm>
            <a:off x="5029200" y="2286000"/>
            <a:ext cx="210312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TextBox 379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Calibri"/>
              </a:defRPr>
            </a:pPr>
            <a:r>
              <a:t>Des questions ?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Calibri"/>
              </a:defRPr>
            </a:pPr>
            <a:r>
              <a:t>ShopEazy — Créez votre boutique e-commerce en Afrique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59669"/>
                </a:solidFill>
                <a:latin typeface="Calibri"/>
              </a:defRPr>
            </a:pPr>
            <a:r>
              <a:t>https://shopeazy.com</a:t>
            </a:r>
          </a:p>
        </p:txBody>
      </p:sp>
      <p:sp>
        <p:nvSpPr>
          <p:cNvPr id="383" name="Oval 382"/>
          <p:cNvSpPr/>
          <p:nvPr/>
        </p:nvSpPr>
        <p:spPr>
          <a:xfrm>
            <a:off x="9144000" y="5029200"/>
            <a:ext cx="548640" cy="548640"/>
          </a:xfrm>
          <a:prstGeom prst="ellipse">
            <a:avLst/>
          </a:prstGeom>
          <a:solidFill>
            <a:srgbClr val="059669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10241280" y="4114800"/>
            <a:ext cx="365760" cy="365760"/>
          </a:xfrm>
          <a:prstGeom prst="ellipse">
            <a:avLst/>
          </a:prstGeom>
          <a:solidFill>
            <a:srgbClr val="059669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1371600" y="5029200"/>
            <a:ext cx="457200" cy="457200"/>
          </a:xfrm>
          <a:prstGeom prst="ellipse">
            <a:avLst/>
          </a:prstGeom>
          <a:solidFill>
            <a:srgbClr val="059669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0" nextAc="seek">
              <p:cTn id="277" dur="400" fill="hold">
                <p:stCondLst>
                  <p:cond delay="0"/>
                </p:stCondLst>
                <p:childTnLst>
                  <p:animEffect transition="in" filter="fade">
                    <p:cBhvr>
                      <p:cTn id="377" dur="400" fill="hold">
                        <p:stCondLst>
                          <p:cond delay="0"/>
                        </p:stCondLst>
                      </p:cTn>
                      <p:tgtEl>
                        <p:spTgt spid="2"/>
                      </p:tgtEl>
                    </p:cBhvr>
                  </p:animEffect>
                </p:childTnLst>
              </p:cTn>
              <p:cTn id="278" dur="800" fill="hold">
                <p:stCondLst>
                  <p:cond delay="200"/>
                </p:stCondLst>
                <p:childTnLst>
                  <p:animEffect transition="in" filter="zoomIn">
                    <p:cBhvr>
                      <p:cTn id="378" dur="800" fill="hold">
                        <p:stCondLst>
                          <p:cond delay="0"/>
                        </p:stCondLst>
                      </p:cTn>
                      <p:tgtEl>
                        <p:spTgt spid="378"/>
                      </p:tgtEl>
                    </p:cBhvr>
                  </p:animEffect>
                </p:childTnLst>
              </p:cTn>
              <p:cTn id="279" dur="400" fill="hold">
                <p:stCondLst>
                  <p:cond delay="500"/>
                </p:stCondLst>
                <p:childTnLst>
                  <p:animEffect transition="in" filter="fade">
                    <p:cBhvr>
                      <p:cTn id="379" dur="400" fill="hold">
                        <p:stCondLst>
                          <p:cond delay="0"/>
                        </p:stCondLst>
                      </p:cTn>
                      <p:tgtEl>
                        <p:spTgt spid="379"/>
                      </p:tgtEl>
                    </p:cBhvr>
                  </p:animEffect>
                </p:childTnLst>
              </p:cTn>
              <p:cTn id="280" dur="500" fill="hold">
                <p:stCondLst>
                  <p:cond delay="700"/>
                </p:stCondLst>
                <p:childTnLst>
                  <p:animEffect transition="in" filter="fade">
                    <p:cBhvr>
                      <p:cTn id="380" dur="500" fill="hold">
                        <p:stCondLst>
                          <p:cond delay="0"/>
                        </p:stCondLst>
                      </p:cTn>
                      <p:tgtEl>
                        <p:spTgt spid="380"/>
                      </p:tgtEl>
                    </p:cBhvr>
                  </p:animEffect>
                </p:childTnLst>
              </p:cTn>
              <p:cTn id="281" dur="500" fill="hold">
                <p:stCondLst>
                  <p:cond delay="900"/>
                </p:stCondLst>
                <p:childTnLst>
                  <p:animEffect transition="in" filter="fade">
                    <p:cBhvr>
                      <p:cTn id="381" dur="500" fill="hold">
                        <p:stCondLst>
                          <p:cond delay="0"/>
                        </p:stCondLst>
                      </p:cTn>
                      <p:tgtEl>
                        <p:spTgt spid="381"/>
                      </p:tgtEl>
                    </p:cBhvr>
                  </p:animEffect>
                </p:childTnLst>
              </p:cTn>
              <p:cTn id="282" dur="500" fill="hold">
                <p:stCondLst>
                  <p:cond delay="1100"/>
                </p:stCondLst>
                <p:childTnLst>
                  <p:animEffect transition="in" filter="flyInBottom">
                    <p:cBhvr>
                      <p:cTn id="382" dur="500" fill="hold">
                        <p:stCondLst>
                          <p:cond delay="0"/>
                        </p:stCondLst>
                      </p:cTn>
                      <p:tgtEl>
                        <p:spTgt spid="382"/>
                      </p:tgtEl>
                    </p:cBhvr>
                  </p:animEffect>
                </p:childTnLst>
              </p:cTn>
              <p:cTn id="283" dur="500" fill="hold">
                <p:stCondLst>
                  <p:cond delay="1200"/>
                </p:stCondLst>
                <p:childTnLst>
                  <p:animEffect transition="in" filter="zoomIn">
                    <p:cBhvr>
                      <p:cTn id="383" dur="500" fill="hold">
                        <p:stCondLst>
                          <p:cond delay="0"/>
                        </p:stCondLst>
                      </p:cTn>
                      <p:tgtEl>
                        <p:spTgt spid="383"/>
                      </p:tgtEl>
                    </p:cBhvr>
                  </p:animEffect>
                </p:childTnLst>
              </p:cTn>
              <p:cTn id="284" dur="500" fill="hold">
                <p:stCondLst>
                  <p:cond delay="1200"/>
                </p:stCondLst>
                <p:childTnLst>
                  <p:animEffect transition="in" filter="zoomIn">
                    <p:cBhvr>
                      <p:cTn id="384" dur="500" fill="hold">
                        <p:stCondLst>
                          <p:cond delay="0"/>
                        </p:stCondLst>
                      </p:cTn>
                      <p:tgtEl>
                        <p:spTgt spid="384"/>
                      </p:tgtEl>
                    </p:cBhvr>
                  </p:animEffect>
                </p:childTnLst>
              </p:cTn>
              <p:cTn id="285" dur="500" fill="hold">
                <p:stCondLst>
                  <p:cond delay="1200"/>
                </p:stCondLst>
                <p:childTnLst>
                  <p:animEffect transition="in" filter="zoomIn">
                    <p:cBhvr>
                      <p:cTn id="385" dur="500" fill="hold">
                        <p:stCondLst>
                          <p:cond delay="0"/>
                        </p:stCondLst>
                      </p:cTn>
                      <p:tgtEl>
                        <p:spTgt spid="385"/>
                      </p:tgtEl>
                    </p:cBhvr>
                  </p:animEffect>
                </p:childTnLst>
              </p:cTn>
            </p:seq>
          </p:childTnLst>
        </p:cTn>
      </p:par>
    </p:tnLst>
  </p:timing>
  <p:transition dur="800ms" type="fade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